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12.xml" ContentType="application/vnd.openxmlformats-officedocument.them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14.xml" ContentType="application/vnd.openxmlformats-officedocument.presentationml.notesSlide+xml"/>
  <Override PartName="/ppt/notesSlides/notesSlide7.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_rels/notesSlide2.xml.rels" ContentType="application/vnd.openxmlformats-package.relationships+xml"/>
  <Override PartName="/ppt/notesSlides/_rels/notesSlide14.xml.rels" ContentType="application/vnd.openxmlformats-package.relationships+xml"/>
  <Override PartName="/ppt/notesSlides/_rels/notesSlide11.xml.rels" ContentType="application/vnd.openxmlformats-package.relationships+xml"/>
  <Override PartName="/ppt/notesSlides/_rels/notesSlide7.xml.rels" ContentType="application/vnd.openxmlformats-package.relationships+xml"/>
  <Override PartName="/ppt/notesSlides/_rels/notesSlide3.xml.rels" ContentType="application/vnd.openxmlformats-package.relationships+xml"/>
  <Override PartName="/ppt/notesSlides/_rels/notesSlide6.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media/image1.png" ContentType="image/png"/>
  <Override PartName="/ppt/media/image2.png" ContentType="image/png"/>
  <Override PartName="/ppt/media/image3.jpeg" ContentType="image/jpeg"/>
  <Override PartName="/ppt/media/image5.png" ContentType="image/png"/>
  <Override PartName="/ppt/media/image4.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8.jpeg" ContentType="image/jpe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9.jpeg" ContentType="image/jpeg"/>
  <Override PartName="/ppt/media/image20.jpeg" ContentType="image/jpe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s-ES" sz="1400" strike="noStrike" u="none">
                <a:solidFill>
                  <a:srgbClr val="000000"/>
                </a:solidFill>
                <a:effectLst/>
                <a:uFillTx/>
                <a:latin typeface="Arial"/>
              </a:rPr>
              <a:t>Pulse para desplazar la diapositiva</a:t>
            </a:r>
            <a:endParaRPr b="0" lang="es-ES" sz="1400" strike="noStrike" u="none">
              <a:solidFill>
                <a:srgbClr val="000000"/>
              </a:solidFill>
              <a:effectLst/>
              <a:uFillTx/>
              <a:latin typeface="Arial"/>
            </a:endParaRPr>
          </a:p>
        </p:txBody>
      </p:sp>
      <p:sp>
        <p:nvSpPr>
          <p:cNvPr id="10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s-ES" sz="2000" strike="noStrike" u="none">
                <a:solidFill>
                  <a:srgbClr val="000000"/>
                </a:solidFill>
                <a:effectLst/>
                <a:uFillTx/>
                <a:latin typeface="Arial"/>
              </a:rPr>
              <a:t>Pulse para editar el formato de las notas</a:t>
            </a:r>
            <a:endParaRPr b="0" lang="es-ES" sz="2000" strike="noStrike" u="none">
              <a:solidFill>
                <a:srgbClr val="000000"/>
              </a:solidFill>
              <a:effectLst/>
              <a:uFillTx/>
              <a:latin typeface="Arial"/>
            </a:endParaRPr>
          </a:p>
        </p:txBody>
      </p:sp>
      <p:sp>
        <p:nvSpPr>
          <p:cNvPr id="10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s-ES" sz="1400" strike="noStrike" u="none">
                <a:solidFill>
                  <a:srgbClr val="000000"/>
                </a:solidFill>
                <a:effectLst/>
                <a:uFillTx/>
                <a:latin typeface="Times New Roman"/>
              </a:rPr>
              <a:t>&lt;cabecera&gt;</a:t>
            </a:r>
            <a:endParaRPr b="0" lang="es-ES" sz="1400" strike="noStrike" u="none">
              <a:solidFill>
                <a:srgbClr val="000000"/>
              </a:solidFill>
              <a:effectLst/>
              <a:uFillTx/>
              <a:latin typeface="Times New Roman"/>
            </a:endParaRPr>
          </a:p>
        </p:txBody>
      </p:sp>
      <p:sp>
        <p:nvSpPr>
          <p:cNvPr id="107"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s-ES" sz="1400" strike="noStrike" u="none">
                <a:solidFill>
                  <a:srgbClr val="000000"/>
                </a:solidFill>
                <a:effectLst/>
                <a:uFillTx/>
                <a:latin typeface="Times New Roman"/>
              </a:defRPr>
            </a:lvl1pPr>
          </a:lstStyle>
          <a:p>
            <a:pPr indent="0" algn="r">
              <a:buNone/>
            </a:pPr>
            <a:r>
              <a:rPr b="0" lang="es-ES" sz="1400" strike="noStrike" u="none">
                <a:solidFill>
                  <a:srgbClr val="000000"/>
                </a:solidFill>
                <a:effectLst/>
                <a:uFillTx/>
                <a:latin typeface="Times New Roman"/>
              </a:rPr>
              <a:t>&lt;fecha/hora&gt;</a:t>
            </a:r>
            <a:endParaRPr b="0" lang="es-ES" sz="1400" strike="noStrike" u="none">
              <a:solidFill>
                <a:srgbClr val="000000"/>
              </a:solidFill>
              <a:effectLst/>
              <a:uFillTx/>
              <a:latin typeface="Times New Roman"/>
            </a:endParaRPr>
          </a:p>
        </p:txBody>
      </p:sp>
      <p:sp>
        <p:nvSpPr>
          <p:cNvPr id="108"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s-ES" sz="1400" strike="noStrike" u="none">
                <a:solidFill>
                  <a:srgbClr val="000000"/>
                </a:solidFill>
                <a:effectLst/>
                <a:uFillTx/>
                <a:latin typeface="Times New Roman"/>
              </a:defRPr>
            </a:lvl1pPr>
          </a:lstStyle>
          <a:p>
            <a:pPr indent="0">
              <a:buNone/>
            </a:pPr>
            <a:r>
              <a:rPr b="0" lang="es-ES" sz="1400" strike="noStrike" u="none">
                <a:solidFill>
                  <a:srgbClr val="000000"/>
                </a:solidFill>
                <a:effectLst/>
                <a:uFillTx/>
                <a:latin typeface="Times New Roman"/>
              </a:rPr>
              <a:t>&lt;pie de página&gt;</a:t>
            </a:r>
            <a:endParaRPr b="0" lang="es-ES" sz="1400" strike="noStrike" u="none">
              <a:solidFill>
                <a:srgbClr val="000000"/>
              </a:solidFill>
              <a:effectLst/>
              <a:uFillTx/>
              <a:latin typeface="Times New Roman"/>
            </a:endParaRPr>
          </a:p>
        </p:txBody>
      </p:sp>
      <p:sp>
        <p:nvSpPr>
          <p:cNvPr id="109"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s-ES" sz="1400" strike="noStrike" u="none">
                <a:solidFill>
                  <a:srgbClr val="000000"/>
                </a:solidFill>
                <a:effectLst/>
                <a:uFillTx/>
                <a:latin typeface="Times New Roman"/>
              </a:defRPr>
            </a:lvl1pPr>
          </a:lstStyle>
          <a:p>
            <a:pPr indent="0" algn="r">
              <a:buNone/>
            </a:pPr>
            <a:fld id="{82670B3C-7C41-437F-94E4-401B785B04FE}" type="slidenum">
              <a:rPr b="0" lang="es-ES" sz="1400" strike="noStrike" u="none">
                <a:solidFill>
                  <a:srgbClr val="000000"/>
                </a:solidFill>
                <a:effectLst/>
                <a:uFillTx/>
                <a:latin typeface="Times New Roman"/>
              </a:rPr>
              <a:t>&lt;número&gt;</a:t>
            </a:fld>
            <a:endParaRPr b="0" lang="es-E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685800" y="1143000"/>
            <a:ext cx="5486040" cy="3085920"/>
          </a:xfrm>
          <a:prstGeom prst="rect">
            <a:avLst/>
          </a:prstGeom>
          <a:ln w="0">
            <a:noFill/>
          </a:ln>
        </p:spPr>
      </p:sp>
      <p:sp>
        <p:nvSpPr>
          <p:cNvPr id="23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tabLst>
                <a:tab algn="l" pos="0"/>
              </a:tabLst>
            </a:pPr>
            <a:r>
              <a:rPr b="0" lang="ca-ES" sz="1200" strike="noStrike" u="none">
                <a:solidFill>
                  <a:schemeClr val="dk1"/>
                </a:solidFill>
                <a:effectLst/>
                <a:uFillTx/>
                <a:latin typeface="Arial"/>
                <a:ea typeface="Arial"/>
              </a:rPr>
              <a:t>Canc. Ginecologic + freq. En països desenvolupats</a:t>
            </a:r>
            <a:endParaRPr b="0" lang="es-ES" sz="1200" strike="noStrike" u="none">
              <a:solidFill>
                <a:srgbClr val="000000"/>
              </a:solidFill>
              <a:effectLst/>
              <a:uFillTx/>
              <a:latin typeface="Arial"/>
            </a:endParaRPr>
          </a:p>
          <a:p>
            <a:pPr indent="0">
              <a:lnSpc>
                <a:spcPct val="100000"/>
              </a:lnSpc>
              <a:buNone/>
              <a:tabLst>
                <a:tab algn="l" pos="0"/>
              </a:tabLst>
            </a:pPr>
            <a:r>
              <a:rPr b="0" lang="ca-ES" sz="1200" strike="noStrike" u="none">
                <a:solidFill>
                  <a:schemeClr val="dk1"/>
                </a:solidFill>
                <a:effectLst/>
                <a:uFillTx/>
                <a:latin typeface="Arial"/>
                <a:ea typeface="Arial"/>
              </a:rPr>
              <a:t>Perfil edat: 60-65a</a:t>
            </a:r>
            <a:endParaRPr b="0" lang="es-ES" sz="1200" strike="noStrike" u="none">
              <a:solidFill>
                <a:srgbClr val="000000"/>
              </a:solidFill>
              <a:effectLst/>
              <a:uFillTx/>
              <a:latin typeface="Arial"/>
            </a:endParaRPr>
          </a:p>
          <a:p>
            <a:pPr indent="0">
              <a:lnSpc>
                <a:spcPct val="100000"/>
              </a:lnSpc>
              <a:buNone/>
              <a:tabLst>
                <a:tab algn="l" pos="0"/>
              </a:tabLst>
            </a:pPr>
            <a:r>
              <a:rPr b="0" lang="ca-ES" sz="1200" strike="noStrike" u="none">
                <a:solidFill>
                  <a:schemeClr val="dk1"/>
                </a:solidFill>
                <a:effectLst/>
                <a:uFillTx/>
                <a:latin typeface="Arial"/>
                <a:ea typeface="Arial"/>
              </a:rPr>
              <a:t>FR: obesitat, nul·liparitat, sd.metabòlic (diabetis) -🡪 incidència i prevalencia en ascens</a:t>
            </a:r>
            <a:endParaRPr b="0" lang="es-ES" sz="1200" strike="noStrike" u="none">
              <a:solidFill>
                <a:srgbClr val="000000"/>
              </a:solidFill>
              <a:effectLst/>
              <a:uFillTx/>
              <a:latin typeface="Arial"/>
            </a:endParaRPr>
          </a:p>
          <a:p>
            <a:pPr indent="0">
              <a:lnSpc>
                <a:spcPct val="100000"/>
              </a:lnSpc>
              <a:buNone/>
              <a:tabLst>
                <a:tab algn="l" pos="0"/>
              </a:tabLst>
            </a:pPr>
            <a:r>
              <a:rPr b="0" lang="ca-ES" sz="1200" strike="noStrike" u="none">
                <a:solidFill>
                  <a:schemeClr val="dk1"/>
                </a:solidFill>
                <a:effectLst/>
                <a:uFillTx/>
                <a:latin typeface="Arial"/>
                <a:ea typeface="Arial"/>
              </a:rPr>
              <a:t>Pronostic </a:t>
            </a:r>
            <a:endParaRPr b="0" lang="es-ES" sz="1200" strike="noStrike" u="none">
              <a:solidFill>
                <a:srgbClr val="000000"/>
              </a:solidFill>
              <a:effectLst/>
              <a:uFillTx/>
              <a:latin typeface="Arial"/>
            </a:endParaRPr>
          </a:p>
        </p:txBody>
      </p:sp>
      <p:sp>
        <p:nvSpPr>
          <p:cNvPr id="232" name="PlaceHolder 3"/>
          <p:cNvSpPr>
            <a:spLocks noGrp="1"/>
          </p:cNvSpPr>
          <p:nvPr>
            <p:ph type="sldNum" idx="3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ca-ES" sz="1800" strike="noStrike" u="none">
                <a:solidFill>
                  <a:srgbClr val="000000"/>
                </a:solidFill>
                <a:effectLst/>
                <a:uFillTx/>
                <a:latin typeface="Times New Roman"/>
              </a:defRPr>
            </a:lvl1pPr>
          </a:lstStyle>
          <a:p>
            <a:pPr indent="0" algn="r">
              <a:lnSpc>
                <a:spcPct val="100000"/>
              </a:lnSpc>
              <a:buNone/>
              <a:tabLst>
                <a:tab algn="l" pos="0"/>
              </a:tabLst>
            </a:pPr>
            <a:fld id="{2B64DD77-9279-4138-A10F-7458FCCB53D5}" type="slidenum">
              <a:rPr b="0" lang="ca-ES" sz="1800" strike="noStrike" u="none">
                <a:solidFill>
                  <a:srgbClr val="000000"/>
                </a:solidFill>
                <a:effectLst/>
                <a:uFillTx/>
                <a:latin typeface="Times New Roman"/>
              </a:rPr>
              <a:t>&lt;número&gt;</a:t>
            </a:fld>
            <a:endParaRPr b="0" lang="es-ES" sz="18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685800" y="1143000"/>
            <a:ext cx="5486040" cy="3085920"/>
          </a:xfrm>
          <a:prstGeom prst="rect">
            <a:avLst/>
          </a:prstGeom>
          <a:ln w="0">
            <a:noFill/>
          </a:ln>
        </p:spPr>
      </p:sp>
      <p:sp>
        <p:nvSpPr>
          <p:cNvPr id="23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s-ES" sz="1200" strike="noStrike" u="none">
              <a:solidFill>
                <a:schemeClr val="dk1"/>
              </a:solidFill>
              <a:effectLst/>
              <a:uFillTx/>
              <a:latin typeface="Arial"/>
              <a:ea typeface="Arial"/>
            </a:endParaRPr>
          </a:p>
        </p:txBody>
      </p:sp>
      <p:sp>
        <p:nvSpPr>
          <p:cNvPr id="235" name="PlaceHolder 3"/>
          <p:cNvSpPr>
            <a:spLocks noGrp="1"/>
          </p:cNvSpPr>
          <p:nvPr>
            <p:ph type="sldNum" idx="3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ca-ES" sz="1800" strike="noStrike" u="none">
                <a:solidFill>
                  <a:srgbClr val="000000"/>
                </a:solidFill>
                <a:effectLst/>
                <a:uFillTx/>
                <a:latin typeface="Times New Roman"/>
              </a:defRPr>
            </a:lvl1pPr>
          </a:lstStyle>
          <a:p>
            <a:pPr indent="0" algn="r">
              <a:lnSpc>
                <a:spcPct val="100000"/>
              </a:lnSpc>
              <a:buNone/>
              <a:tabLst>
                <a:tab algn="l" pos="0"/>
              </a:tabLst>
            </a:pPr>
            <a:fld id="{2CC496F1-FD06-4C6F-ABB1-BAF720F28BD5}" type="slidenum">
              <a:rPr b="0" lang="ca-ES" sz="1800" strike="noStrike" u="none">
                <a:solidFill>
                  <a:srgbClr val="000000"/>
                </a:solidFill>
                <a:effectLst/>
                <a:uFillTx/>
                <a:latin typeface="Times New Roman"/>
              </a:rPr>
              <a:t>&lt;número&gt;</a:t>
            </a:fld>
            <a:endParaRPr b="0" lang="es-ES" sz="18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685800" y="1143000"/>
            <a:ext cx="5486040" cy="3085920"/>
          </a:xfrm>
          <a:prstGeom prst="rect">
            <a:avLst/>
          </a:prstGeom>
          <a:ln w="0">
            <a:noFill/>
          </a:ln>
        </p:spPr>
      </p:sp>
      <p:sp>
        <p:nvSpPr>
          <p:cNvPr id="23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tabLst>
                <a:tab algn="l" pos="0"/>
              </a:tabLst>
            </a:pPr>
            <a:r>
              <a:rPr b="1" lang="ca-ES" sz="1200" strike="noStrike" u="none">
                <a:solidFill>
                  <a:schemeClr val="dk1"/>
                </a:solidFill>
                <a:effectLst/>
                <a:uFillTx/>
                <a:latin typeface="Arial"/>
                <a:ea typeface="Arial"/>
              </a:rPr>
              <a:t>Downstaging</a:t>
            </a:r>
            <a:r>
              <a:rPr b="0" lang="ca-ES" sz="1200" strike="noStrike" u="none">
                <a:solidFill>
                  <a:schemeClr val="dk1"/>
                </a:solidFill>
                <a:effectLst/>
                <a:uFillTx/>
                <a:latin typeface="Arial"/>
                <a:ea typeface="Arial"/>
              </a:rPr>
              <a:t>: Pacientes con POLEmut en estadios I-II se reclasifican como IAm POLEmut (71.4% de casos)</a:t>
            </a:r>
            <a:endParaRPr b="0" lang="es-ES" sz="1200" strike="noStrike" u="none">
              <a:solidFill>
                <a:srgbClr val="000000"/>
              </a:solidFill>
              <a:effectLst/>
              <a:uFillTx/>
              <a:latin typeface="Arial"/>
            </a:endParaRPr>
          </a:p>
          <a:p>
            <a:pPr indent="0">
              <a:lnSpc>
                <a:spcPct val="100000"/>
              </a:lnSpc>
              <a:buNone/>
              <a:tabLst>
                <a:tab algn="l" pos="0"/>
              </a:tabLst>
            </a:pPr>
            <a:r>
              <a:rPr b="1" lang="ca-ES" sz="1200" strike="noStrike" u="none">
                <a:solidFill>
                  <a:schemeClr val="dk1"/>
                </a:solidFill>
                <a:effectLst/>
                <a:uFillTx/>
                <a:latin typeface="Arial"/>
                <a:ea typeface="Arial"/>
              </a:rPr>
              <a:t>Upstaging</a:t>
            </a:r>
            <a:r>
              <a:rPr b="0" lang="ca-ES" sz="1200" strike="noStrike" u="none">
                <a:solidFill>
                  <a:schemeClr val="dk1"/>
                </a:solidFill>
                <a:effectLst/>
                <a:uFillTx/>
                <a:latin typeface="Arial"/>
                <a:ea typeface="Arial"/>
              </a:rPr>
              <a:t>: Pacientes con p53abn se reclasifican como IICm p53abn (37.5% de casos) K. Han et al., 2024</a:t>
            </a:r>
            <a:endParaRPr b="0" lang="es-ES" sz="1200" strike="noStrike" u="none">
              <a:solidFill>
                <a:srgbClr val="000000"/>
              </a:solidFill>
              <a:effectLst/>
              <a:uFillTx/>
              <a:latin typeface="Arial"/>
            </a:endParaRPr>
          </a:p>
          <a:p>
            <a:pPr indent="0">
              <a:lnSpc>
                <a:spcPct val="100000"/>
              </a:lnSpc>
              <a:buNone/>
              <a:tabLst>
                <a:tab algn="l" pos="0"/>
              </a:tabLst>
            </a:pPr>
            <a:endParaRPr b="0" lang="es-ES" sz="1200" strike="noStrike" u="none">
              <a:solidFill>
                <a:srgbClr val="000000"/>
              </a:solidFill>
              <a:effectLst/>
              <a:uFillTx/>
              <a:latin typeface="Arial"/>
            </a:endParaRPr>
          </a:p>
          <a:p>
            <a:pPr indent="0">
              <a:lnSpc>
                <a:spcPct val="100000"/>
              </a:lnSpc>
              <a:buNone/>
              <a:tabLst>
                <a:tab algn="l" pos="0"/>
              </a:tabLst>
            </a:pPr>
            <a:r>
              <a:rPr b="0" lang="ca-ES" sz="1200" strike="noStrike" u="none">
                <a:solidFill>
                  <a:schemeClr val="dk1"/>
                </a:solidFill>
                <a:effectLst/>
                <a:uFillTx/>
                <a:latin typeface="Arial"/>
                <a:ea typeface="Arial"/>
              </a:rPr>
              <a:t>Key differences from 2009 include:</a:t>
            </a:r>
            <a:endParaRPr b="0" lang="es-ES" sz="1200" strike="noStrike" u="none">
              <a:solidFill>
                <a:srgbClr val="000000"/>
              </a:solidFill>
              <a:effectLst/>
              <a:uFillTx/>
              <a:latin typeface="Arial"/>
            </a:endParaRPr>
          </a:p>
          <a:p>
            <a:pPr marL="171360" indent="-171360">
              <a:lnSpc>
                <a:spcPct val="100000"/>
              </a:lnSpc>
              <a:buClr>
                <a:srgbClr val="000000"/>
              </a:buClr>
              <a:buFont typeface="Arial"/>
              <a:buChar char="•"/>
              <a:tabLst>
                <a:tab algn="l" pos="0"/>
              </a:tabLst>
            </a:pPr>
            <a:r>
              <a:rPr b="0" lang="ca-ES" sz="1200" strike="noStrike" u="none">
                <a:solidFill>
                  <a:schemeClr val="dk1"/>
                </a:solidFill>
                <a:effectLst/>
                <a:uFillTx/>
                <a:latin typeface="Arial"/>
                <a:ea typeface="Arial"/>
              </a:rPr>
              <a:t>Molecular classification now impacts staging</a:t>
            </a:r>
            <a:endParaRPr b="0" lang="es-ES" sz="1200" strike="noStrike" u="none">
              <a:solidFill>
                <a:srgbClr val="000000"/>
              </a:solidFill>
              <a:effectLst/>
              <a:uFillTx/>
              <a:latin typeface="Arial"/>
            </a:endParaRPr>
          </a:p>
          <a:p>
            <a:pPr marL="171360" indent="-171360">
              <a:lnSpc>
                <a:spcPct val="100000"/>
              </a:lnSpc>
              <a:buClr>
                <a:srgbClr val="000000"/>
              </a:buClr>
              <a:buFont typeface="Arial"/>
              <a:buChar char="•"/>
              <a:tabLst>
                <a:tab algn="l" pos="0"/>
              </a:tabLst>
            </a:pPr>
            <a:r>
              <a:rPr b="0" lang="ca-ES" sz="1200" strike="noStrike" u="none">
                <a:solidFill>
                  <a:schemeClr val="dk1"/>
                </a:solidFill>
                <a:effectLst/>
                <a:uFillTx/>
                <a:latin typeface="Arial"/>
                <a:ea typeface="Arial"/>
              </a:rPr>
              <a:t>More granular subdivision of advanced stages</a:t>
            </a:r>
            <a:endParaRPr b="0" lang="es-ES" sz="1200" strike="noStrike" u="none">
              <a:solidFill>
                <a:srgbClr val="000000"/>
              </a:solidFill>
              <a:effectLst/>
              <a:uFillTx/>
              <a:latin typeface="Arial"/>
            </a:endParaRPr>
          </a:p>
          <a:p>
            <a:pPr marL="171360" indent="-171360">
              <a:lnSpc>
                <a:spcPct val="100000"/>
              </a:lnSpc>
              <a:buClr>
                <a:srgbClr val="000000"/>
              </a:buClr>
              <a:buFont typeface="Arial"/>
              <a:buChar char="•"/>
              <a:tabLst>
                <a:tab algn="l" pos="0"/>
              </a:tabLst>
            </a:pPr>
            <a:r>
              <a:rPr b="0" lang="ca-ES" sz="1200" strike="noStrike" u="none">
                <a:solidFill>
                  <a:schemeClr val="dk1"/>
                </a:solidFill>
                <a:effectLst/>
                <a:uFillTx/>
                <a:latin typeface="Arial"/>
                <a:ea typeface="Arial"/>
              </a:rPr>
              <a:t>Downstaging of low-grade endometrioid tumors with isolated adnexal metastasis</a:t>
            </a:r>
            <a:endParaRPr b="0" lang="es-ES" sz="1200" strike="noStrike" u="none">
              <a:solidFill>
                <a:srgbClr val="000000"/>
              </a:solidFill>
              <a:effectLst/>
              <a:uFillTx/>
              <a:latin typeface="Arial"/>
            </a:endParaRPr>
          </a:p>
          <a:p>
            <a:pPr marL="171360" indent="-171360">
              <a:lnSpc>
                <a:spcPct val="100000"/>
              </a:lnSpc>
              <a:buClr>
                <a:srgbClr val="000000"/>
              </a:buClr>
              <a:buFont typeface="Arial"/>
              <a:buChar char="•"/>
              <a:tabLst>
                <a:tab algn="l" pos="0"/>
              </a:tabLst>
            </a:pPr>
            <a:r>
              <a:rPr b="0" lang="ca-ES" sz="1200" strike="noStrike" u="none">
                <a:solidFill>
                  <a:schemeClr val="dk1"/>
                </a:solidFill>
                <a:effectLst/>
                <a:uFillTx/>
                <a:latin typeface="Arial"/>
                <a:ea typeface="Arial"/>
              </a:rPr>
              <a:t>Detailed lymph node metastasis classification (micro vs. macrometastasis)</a:t>
            </a:r>
            <a:endParaRPr b="0" lang="es-ES" sz="1200" strike="noStrike" u="none">
              <a:solidFill>
                <a:srgbClr val="000000"/>
              </a:solidFill>
              <a:effectLst/>
              <a:uFillTx/>
              <a:latin typeface="Arial"/>
            </a:endParaRPr>
          </a:p>
          <a:p>
            <a:pPr marL="171360" indent="-171360">
              <a:lnSpc>
                <a:spcPct val="100000"/>
              </a:lnSpc>
              <a:buClr>
                <a:srgbClr val="000000"/>
              </a:buClr>
              <a:buFont typeface="Arial"/>
              <a:buChar char="•"/>
              <a:tabLst>
                <a:tab algn="l" pos="0"/>
              </a:tabLst>
            </a:pPr>
            <a:r>
              <a:rPr b="0" lang="ca-ES" sz="1200" strike="noStrike" u="none">
                <a:solidFill>
                  <a:schemeClr val="dk1"/>
                </a:solidFill>
                <a:effectLst/>
                <a:uFillTx/>
                <a:latin typeface="Arial"/>
                <a:ea typeface="Arial"/>
              </a:rPr>
              <a:t>Refined stage IV categorization based on metastasis location</a:t>
            </a:r>
            <a:endParaRPr b="0" lang="es-ES" sz="1200" strike="noStrike" u="none">
              <a:solidFill>
                <a:srgbClr val="000000"/>
              </a:solidFill>
              <a:effectLst/>
              <a:uFillTx/>
              <a:latin typeface="Arial"/>
            </a:endParaRPr>
          </a:p>
          <a:p>
            <a:pPr marL="171360" indent="-171360">
              <a:lnSpc>
                <a:spcPct val="100000"/>
              </a:lnSpc>
              <a:buClr>
                <a:srgbClr val="000000"/>
              </a:buClr>
              <a:buFont typeface="Arial"/>
              <a:buChar char="•"/>
              <a:tabLst>
                <a:tab algn="l" pos="0"/>
              </a:tabLst>
            </a:pPr>
            <a:r>
              <a:rPr b="0" lang="ca-ES" sz="1200" strike="noStrike" u="none">
                <a:solidFill>
                  <a:schemeClr val="dk1"/>
                </a:solidFill>
                <a:effectLst/>
                <a:uFillTx/>
                <a:latin typeface="Arial"/>
                <a:ea typeface="Arial"/>
              </a:rPr>
              <a:t>The evidence is robust, analyzing over 5,000 patients across different stage cohorts. The new system provides more precise prognostic stratification, with statistically significant mortality differences between subgroups. For instance, patients with single distant metastases had notably different 5-year survival rates compared to those with multiple metastases</a:t>
            </a:r>
            <a:endParaRPr b="0" lang="es-ES" sz="1200" strike="noStrike" u="none">
              <a:solidFill>
                <a:srgbClr val="000000"/>
              </a:solidFill>
              <a:effectLst/>
              <a:uFillTx/>
              <a:latin typeface="Arial"/>
            </a:endParaRPr>
          </a:p>
          <a:p>
            <a:pPr indent="0">
              <a:lnSpc>
                <a:spcPct val="100000"/>
              </a:lnSpc>
              <a:buNone/>
              <a:tabLst>
                <a:tab algn="l" pos="0"/>
              </a:tabLst>
            </a:pPr>
            <a:endParaRPr b="0" lang="es-ES" sz="1200" strike="noStrike" u="none">
              <a:solidFill>
                <a:srgbClr val="000000"/>
              </a:solidFill>
              <a:effectLst/>
              <a:uFillTx/>
              <a:latin typeface="Arial"/>
            </a:endParaRPr>
          </a:p>
        </p:txBody>
      </p:sp>
      <p:sp>
        <p:nvSpPr>
          <p:cNvPr id="238" name="PlaceHolder 3"/>
          <p:cNvSpPr>
            <a:spLocks noGrp="1"/>
          </p:cNvSpPr>
          <p:nvPr>
            <p:ph type="sldNum" idx="3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ca-ES" sz="1800" strike="noStrike" u="none">
                <a:solidFill>
                  <a:srgbClr val="000000"/>
                </a:solidFill>
                <a:effectLst/>
                <a:uFillTx/>
                <a:latin typeface="Times New Roman"/>
              </a:defRPr>
            </a:lvl1pPr>
          </a:lstStyle>
          <a:p>
            <a:pPr indent="0" algn="r">
              <a:lnSpc>
                <a:spcPct val="100000"/>
              </a:lnSpc>
              <a:buNone/>
              <a:tabLst>
                <a:tab algn="l" pos="0"/>
              </a:tabLst>
            </a:pPr>
            <a:fld id="{59513F09-4298-4EFE-831D-68656B5C7CD0}" type="slidenum">
              <a:rPr b="0" lang="ca-ES" sz="1800" strike="noStrike" u="none">
                <a:solidFill>
                  <a:srgbClr val="000000"/>
                </a:solidFill>
                <a:effectLst/>
                <a:uFillTx/>
                <a:latin typeface="Times New Roman"/>
              </a:rPr>
              <a:t>&lt;número&gt;</a:t>
            </a:fld>
            <a:endParaRPr b="0" lang="es-ES" sz="18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685800" y="1143000"/>
            <a:ext cx="5486040" cy="3085920"/>
          </a:xfrm>
          <a:prstGeom prst="rect">
            <a:avLst/>
          </a:prstGeom>
          <a:ln w="0">
            <a:noFill/>
          </a:ln>
        </p:spPr>
      </p:sp>
      <p:sp>
        <p:nvSpPr>
          <p:cNvPr id="24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s-ES" sz="1200" strike="noStrike" u="none">
              <a:solidFill>
                <a:schemeClr val="dk1"/>
              </a:solidFill>
              <a:effectLst/>
              <a:uFillTx/>
              <a:latin typeface="Arial"/>
              <a:ea typeface="Arial"/>
            </a:endParaRPr>
          </a:p>
        </p:txBody>
      </p:sp>
      <p:sp>
        <p:nvSpPr>
          <p:cNvPr id="241" name="PlaceHolder 3"/>
          <p:cNvSpPr>
            <a:spLocks noGrp="1"/>
          </p:cNvSpPr>
          <p:nvPr>
            <p:ph type="sldNum" idx="4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ca-ES" sz="1800" strike="noStrike" u="none">
                <a:solidFill>
                  <a:srgbClr val="000000"/>
                </a:solidFill>
                <a:effectLst/>
                <a:uFillTx/>
                <a:latin typeface="Times New Roman"/>
              </a:defRPr>
            </a:lvl1pPr>
          </a:lstStyle>
          <a:p>
            <a:pPr indent="0" algn="r">
              <a:lnSpc>
                <a:spcPct val="100000"/>
              </a:lnSpc>
              <a:buNone/>
              <a:tabLst>
                <a:tab algn="l" pos="0"/>
              </a:tabLst>
            </a:pPr>
            <a:fld id="{B7416EB7-DBBA-4857-BA76-B066438E6704}" type="slidenum">
              <a:rPr b="0" lang="ca-ES" sz="1800" strike="noStrike" u="none">
                <a:solidFill>
                  <a:srgbClr val="000000"/>
                </a:solidFill>
                <a:effectLst/>
                <a:uFillTx/>
                <a:latin typeface="Times New Roman"/>
              </a:rPr>
              <a:t>&lt;número&gt;</a:t>
            </a:fld>
            <a:endParaRPr b="0" lang="es-ES" sz="18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685800" y="1143000"/>
            <a:ext cx="5486040" cy="3085920"/>
          </a:xfrm>
          <a:prstGeom prst="rect">
            <a:avLst/>
          </a:prstGeom>
          <a:ln w="0">
            <a:noFill/>
          </a:ln>
        </p:spPr>
      </p:sp>
      <p:sp>
        <p:nvSpPr>
          <p:cNvPr id="24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tabLst>
                <a:tab algn="l" pos="0"/>
              </a:tabLst>
            </a:pPr>
            <a:r>
              <a:rPr b="0" lang="ca-ES" sz="1200" strike="noStrike" u="none">
                <a:solidFill>
                  <a:schemeClr val="dk1"/>
                </a:solidFill>
                <a:effectLst/>
                <a:uFillTx/>
                <a:latin typeface="Arial"/>
                <a:ea typeface="Arial"/>
              </a:rPr>
              <a:t>1rst question: </a:t>
            </a:r>
            <a:endParaRPr b="0" lang="es-ES" sz="1200" strike="noStrike" u="none">
              <a:solidFill>
                <a:srgbClr val="000000"/>
              </a:solidFill>
              <a:effectLst/>
              <a:uFillTx/>
              <a:latin typeface="Arial"/>
            </a:endParaRPr>
          </a:p>
          <a:p>
            <a:pPr indent="0">
              <a:lnSpc>
                <a:spcPct val="100000"/>
              </a:lnSpc>
              <a:buNone/>
              <a:tabLst>
                <a:tab algn="l" pos="0"/>
              </a:tabLst>
            </a:pPr>
            <a:r>
              <a:rPr b="0" lang="ca-ES" sz="1200" strike="noStrike" u="none">
                <a:solidFill>
                  <a:schemeClr val="dk1"/>
                </a:solidFill>
                <a:effectLst/>
                <a:uFillTx/>
                <a:latin typeface="Arial"/>
                <a:ea typeface="Arial"/>
              </a:rPr>
              <a:t>Is better to use the bigger cohort for development and the little for validation?</a:t>
            </a:r>
            <a:endParaRPr b="0" lang="es-ES" sz="1200" strike="noStrike" u="none">
              <a:solidFill>
                <a:srgbClr val="000000"/>
              </a:solidFill>
              <a:effectLst/>
              <a:uFillTx/>
              <a:latin typeface="Arial"/>
            </a:endParaRPr>
          </a:p>
          <a:p>
            <a:pPr indent="0">
              <a:lnSpc>
                <a:spcPct val="100000"/>
              </a:lnSpc>
              <a:buNone/>
              <a:tabLst>
                <a:tab algn="l" pos="0"/>
              </a:tabLst>
            </a:pPr>
            <a:endParaRPr b="0" lang="es-ES" sz="1200" strike="noStrike" u="none">
              <a:solidFill>
                <a:srgbClr val="000000"/>
              </a:solidFill>
              <a:effectLst/>
              <a:uFillTx/>
              <a:latin typeface="Arial"/>
            </a:endParaRPr>
          </a:p>
        </p:txBody>
      </p:sp>
      <p:sp>
        <p:nvSpPr>
          <p:cNvPr id="244" name="PlaceHolder 3"/>
          <p:cNvSpPr>
            <a:spLocks noGrp="1"/>
          </p:cNvSpPr>
          <p:nvPr>
            <p:ph type="sldNum" idx="4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ca-ES" sz="1800" strike="noStrike" u="none">
                <a:solidFill>
                  <a:srgbClr val="000000"/>
                </a:solidFill>
                <a:effectLst/>
                <a:uFillTx/>
                <a:latin typeface="Times New Roman"/>
              </a:defRPr>
            </a:lvl1pPr>
          </a:lstStyle>
          <a:p>
            <a:pPr indent="0" algn="r">
              <a:lnSpc>
                <a:spcPct val="100000"/>
              </a:lnSpc>
              <a:buNone/>
              <a:tabLst>
                <a:tab algn="l" pos="0"/>
              </a:tabLst>
            </a:pPr>
            <a:fld id="{893AB87D-C0D0-4361-AD86-9E11A336E173}" type="slidenum">
              <a:rPr b="0" lang="ca-ES" sz="1800" strike="noStrike" u="none">
                <a:solidFill>
                  <a:srgbClr val="000000"/>
                </a:solidFill>
                <a:effectLst/>
                <a:uFillTx/>
                <a:latin typeface="Times New Roman"/>
              </a:rPr>
              <a:t>&lt;número&gt;</a:t>
            </a:fld>
            <a:endParaRPr b="0" lang="es-ES" sz="18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685800" y="1143000"/>
            <a:ext cx="5486040" cy="3085920"/>
          </a:xfrm>
          <a:prstGeom prst="rect">
            <a:avLst/>
          </a:prstGeom>
          <a:ln w="0">
            <a:noFill/>
          </a:ln>
        </p:spPr>
      </p:sp>
      <p:sp>
        <p:nvSpPr>
          <p:cNvPr id="246"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indent="0">
              <a:buNone/>
            </a:pPr>
            <a:endParaRPr b="0" lang="es-ES" sz="1200" strike="noStrike" u="none">
              <a:solidFill>
                <a:schemeClr val="dk1"/>
              </a:solidFill>
              <a:effectLst/>
              <a:uFillTx/>
              <a:latin typeface="Arial"/>
              <a:ea typeface="Arial"/>
            </a:endParaRPr>
          </a:p>
        </p:txBody>
      </p:sp>
      <p:sp>
        <p:nvSpPr>
          <p:cNvPr id="247" name="PlaceHolder 3"/>
          <p:cNvSpPr>
            <a:spLocks noGrp="1"/>
          </p:cNvSpPr>
          <p:nvPr>
            <p:ph type="sldNum" idx="4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ca-ES" sz="1800" strike="noStrike" u="none">
                <a:solidFill>
                  <a:srgbClr val="000000"/>
                </a:solidFill>
                <a:effectLst/>
                <a:uFillTx/>
                <a:latin typeface="Times New Roman"/>
              </a:defRPr>
            </a:lvl1pPr>
          </a:lstStyle>
          <a:p>
            <a:pPr indent="0" algn="r">
              <a:lnSpc>
                <a:spcPct val="100000"/>
              </a:lnSpc>
              <a:buNone/>
              <a:tabLst>
                <a:tab algn="l" pos="0"/>
              </a:tabLst>
            </a:pPr>
            <a:fld id="{A3A2E830-3627-4D85-9BC4-134FDE7626E1}" type="slidenum">
              <a:rPr b="0" lang="ca-ES" sz="1800" strike="noStrike" u="none">
                <a:solidFill>
                  <a:srgbClr val="000000"/>
                </a:solidFill>
                <a:effectLst/>
                <a:uFillTx/>
                <a:latin typeface="Times New Roman"/>
              </a:rPr>
              <a:t>&lt;número&gt;</a:t>
            </a:fld>
            <a:endParaRPr b="0" lang="es-ES" sz="18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sldImg"/>
          </p:nvPr>
        </p:nvSpPr>
        <p:spPr>
          <a:xfrm>
            <a:off x="685800" y="1143000"/>
            <a:ext cx="5486040" cy="3085920"/>
          </a:xfrm>
          <a:prstGeom prst="rect">
            <a:avLst/>
          </a:prstGeom>
          <a:ln w="0">
            <a:noFill/>
          </a:ln>
        </p:spPr>
      </p:sp>
      <p:sp>
        <p:nvSpPr>
          <p:cNvPr id="24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s-ES" sz="1200" strike="noStrike" u="none">
              <a:solidFill>
                <a:schemeClr val="dk1"/>
              </a:solidFill>
              <a:effectLst/>
              <a:uFillTx/>
              <a:latin typeface="Arial"/>
              <a:ea typeface="Arial"/>
            </a:endParaRPr>
          </a:p>
        </p:txBody>
      </p:sp>
      <p:sp>
        <p:nvSpPr>
          <p:cNvPr id="250" name="PlaceHolder 3"/>
          <p:cNvSpPr>
            <a:spLocks noGrp="1"/>
          </p:cNvSpPr>
          <p:nvPr>
            <p:ph type="sldNum" idx="4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ca-ES" sz="1800" strike="noStrike" u="none">
                <a:solidFill>
                  <a:srgbClr val="000000"/>
                </a:solidFill>
                <a:effectLst/>
                <a:uFillTx/>
                <a:latin typeface="Times New Roman"/>
              </a:defRPr>
            </a:lvl1pPr>
          </a:lstStyle>
          <a:p>
            <a:pPr indent="0" algn="r">
              <a:lnSpc>
                <a:spcPct val="100000"/>
              </a:lnSpc>
              <a:buNone/>
              <a:tabLst>
                <a:tab algn="l" pos="0"/>
              </a:tabLst>
            </a:pPr>
            <a:fld id="{4A6DA79F-E726-4EF9-BBDF-3799B7225788}" type="slidenum">
              <a:rPr b="0" lang="ca-ES" sz="1800" strike="noStrike" u="none">
                <a:solidFill>
                  <a:srgbClr val="000000"/>
                </a:solidFill>
                <a:effectLst/>
                <a:uFillTx/>
                <a:latin typeface="Times New Roman"/>
              </a:rPr>
              <a:t>&lt;número&gt;</a:t>
            </a:fld>
            <a:endParaRPr b="0" lang="es-ES" sz="18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Img"/>
          </p:nvPr>
        </p:nvSpPr>
        <p:spPr>
          <a:xfrm>
            <a:off x="685800" y="1143000"/>
            <a:ext cx="5486040" cy="3085920"/>
          </a:xfrm>
          <a:prstGeom prst="rect">
            <a:avLst/>
          </a:prstGeom>
          <a:ln w="0">
            <a:noFill/>
          </a:ln>
        </p:spPr>
      </p:sp>
      <p:sp>
        <p:nvSpPr>
          <p:cNvPr id="25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s-ES" sz="1200" strike="noStrike" u="none">
              <a:solidFill>
                <a:schemeClr val="dk1"/>
              </a:solidFill>
              <a:effectLst/>
              <a:uFillTx/>
              <a:latin typeface="Arial"/>
              <a:ea typeface="Arial"/>
            </a:endParaRPr>
          </a:p>
        </p:txBody>
      </p:sp>
      <p:sp>
        <p:nvSpPr>
          <p:cNvPr id="253" name="PlaceHolder 3"/>
          <p:cNvSpPr>
            <a:spLocks noGrp="1"/>
          </p:cNvSpPr>
          <p:nvPr>
            <p:ph type="sldNum" idx="4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ca-ES" sz="1800" strike="noStrike" u="none">
                <a:solidFill>
                  <a:srgbClr val="000000"/>
                </a:solidFill>
                <a:effectLst/>
                <a:uFillTx/>
                <a:latin typeface="Times New Roman"/>
              </a:defRPr>
            </a:lvl1pPr>
          </a:lstStyle>
          <a:p>
            <a:pPr indent="0" algn="r">
              <a:lnSpc>
                <a:spcPct val="100000"/>
              </a:lnSpc>
              <a:buNone/>
              <a:tabLst>
                <a:tab algn="l" pos="0"/>
              </a:tabLst>
            </a:pPr>
            <a:fld id="{90AD44FD-3432-44C9-B291-EEFADF830E45}" type="slidenum">
              <a:rPr b="0" lang="ca-ES" sz="1800" strike="noStrike" u="none">
                <a:solidFill>
                  <a:srgbClr val="000000"/>
                </a:solidFill>
                <a:effectLst/>
                <a:uFillTx/>
                <a:latin typeface="Times New Roman"/>
              </a:rPr>
              <a:t>&lt;número&gt;</a:t>
            </a:fld>
            <a:endParaRPr b="0" lang="es-ES" sz="18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0" name="Google Shape;10;p1" hidden="1"/>
          <p:cNvSpPr/>
          <p:nvPr/>
        </p:nvSpPr>
        <p:spPr>
          <a:xfrm>
            <a:off x="0" y="4800600"/>
            <a:ext cx="9143640" cy="342720"/>
          </a:xfrm>
          <a:prstGeom prst="rect">
            <a:avLst/>
          </a:prstGeom>
          <a:solidFill>
            <a:schemeClr val="accent2"/>
          </a:solidFill>
          <a:ln w="0">
            <a:noFill/>
          </a:ln>
        </p:spPr>
        <p:style>
          <a:lnRef idx="0"/>
          <a:fillRef idx="0"/>
          <a:effectRef idx="0"/>
          <a:fontRef idx="minor"/>
        </p:style>
        <p:txBody>
          <a:bodyPr lIns="68400" rIns="68400" tIns="34200" bIns="34200" anchor="t">
            <a:noAutofit/>
          </a:bodyPr>
          <a:p>
            <a:pPr>
              <a:lnSpc>
                <a:spcPct val="100000"/>
              </a:lnSpc>
              <a:tabLst>
                <a:tab algn="l" pos="0"/>
              </a:tabLst>
            </a:pPr>
            <a:endParaRPr b="0" lang="es-ES" sz="1400" strike="noStrike" u="none">
              <a:solidFill>
                <a:srgbClr val="ffffff"/>
              </a:solidFill>
              <a:effectLst/>
              <a:uFillTx/>
              <a:latin typeface="Arial"/>
            </a:endParaRPr>
          </a:p>
        </p:txBody>
      </p:sp>
      <p:sp>
        <p:nvSpPr>
          <p:cNvPr id="1" name="Google Shape;11;p1" hidden="1"/>
          <p:cNvSpPr/>
          <p:nvPr/>
        </p:nvSpPr>
        <p:spPr>
          <a:xfrm>
            <a:off x="0" y="4750560"/>
            <a:ext cx="9143640" cy="49320"/>
          </a:xfrm>
          <a:prstGeom prst="rect">
            <a:avLst/>
          </a:prstGeom>
          <a:solidFill>
            <a:schemeClr val="accent1"/>
          </a:solidFill>
          <a:ln w="0">
            <a:noFill/>
          </a:ln>
        </p:spPr>
        <p:style>
          <a:lnRef idx="0"/>
          <a:fillRef idx="0"/>
          <a:effectRef idx="0"/>
          <a:fontRef idx="minor"/>
        </p:style>
        <p:txBody>
          <a:bodyPr lIns="68400" rIns="68400" tIns="24840" bIns="24840" anchor="t">
            <a:noAutofit/>
          </a:bodyPr>
          <a:p>
            <a:pPr>
              <a:lnSpc>
                <a:spcPct val="100000"/>
              </a:lnSpc>
              <a:tabLst>
                <a:tab algn="l" pos="0"/>
              </a:tabLst>
            </a:pPr>
            <a:endParaRPr b="0" lang="es-ES" sz="1400" strike="noStrike" u="none">
              <a:solidFill>
                <a:srgbClr val="ffffff"/>
              </a:solidFill>
              <a:effectLst/>
              <a:uFillTx/>
              <a:latin typeface="Arial"/>
            </a:endParaRPr>
          </a:p>
        </p:txBody>
      </p:sp>
      <p:cxnSp>
        <p:nvCxnSpPr>
          <p:cNvPr id="2" name="Google Shape;17;p1"/>
          <p:cNvCxnSpPr/>
          <p:nvPr/>
        </p:nvCxnSpPr>
        <p:spPr>
          <a:xfrm>
            <a:off x="894960" y="1303200"/>
            <a:ext cx="7475400" cy="360"/>
          </a:xfrm>
          <a:prstGeom prst="straightConnector1">
            <a:avLst/>
          </a:prstGeom>
          <a:ln w="7150">
            <a:solidFill>
              <a:srgbClr val="7f7f7f"/>
            </a:solidFill>
            <a:round/>
          </a:ln>
        </p:spPr>
      </p:cxnSp>
      <p:sp>
        <p:nvSpPr>
          <p:cNvPr id="3" name="Google Shape;19;p2"/>
          <p:cNvSpPr/>
          <p:nvPr/>
        </p:nvSpPr>
        <p:spPr>
          <a:xfrm>
            <a:off x="2520" y="4800600"/>
            <a:ext cx="9141120" cy="342720"/>
          </a:xfrm>
          <a:prstGeom prst="rect">
            <a:avLst/>
          </a:prstGeom>
          <a:solidFill>
            <a:schemeClr val="accent2"/>
          </a:solidFill>
          <a:ln w="0">
            <a:noFill/>
          </a:ln>
        </p:spPr>
        <p:style>
          <a:lnRef idx="0"/>
          <a:fillRef idx="0"/>
          <a:effectRef idx="0"/>
          <a:fontRef idx="minor"/>
        </p:style>
        <p:txBody>
          <a:bodyPr lIns="68400" rIns="68400" tIns="34200" bIns="34200" anchor="t">
            <a:noAutofit/>
          </a:bodyPr>
          <a:p>
            <a:pPr>
              <a:lnSpc>
                <a:spcPct val="100000"/>
              </a:lnSpc>
              <a:tabLst>
                <a:tab algn="l" pos="0"/>
              </a:tabLst>
            </a:pPr>
            <a:endParaRPr b="0" lang="es-ES" sz="1400" strike="noStrike" u="none">
              <a:solidFill>
                <a:srgbClr val="ffffff"/>
              </a:solidFill>
              <a:effectLst/>
              <a:uFillTx/>
              <a:latin typeface="Arial"/>
            </a:endParaRPr>
          </a:p>
        </p:txBody>
      </p:sp>
      <p:sp>
        <p:nvSpPr>
          <p:cNvPr id="4" name="Google Shape;20;p2"/>
          <p:cNvSpPr/>
          <p:nvPr/>
        </p:nvSpPr>
        <p:spPr>
          <a:xfrm>
            <a:off x="0" y="4750560"/>
            <a:ext cx="9141120" cy="47520"/>
          </a:xfrm>
          <a:prstGeom prst="rect">
            <a:avLst/>
          </a:prstGeom>
          <a:solidFill>
            <a:schemeClr val="accent1"/>
          </a:solidFill>
          <a:ln w="0">
            <a:noFill/>
          </a:ln>
        </p:spPr>
        <p:style>
          <a:lnRef idx="0"/>
          <a:fillRef idx="0"/>
          <a:effectRef idx="0"/>
          <a:fontRef idx="minor"/>
        </p:style>
        <p:txBody>
          <a:bodyPr lIns="68400" rIns="68400" tIns="23760" bIns="23760" anchor="t">
            <a:noAutofit/>
          </a:bodyPr>
          <a:p>
            <a:pPr>
              <a:lnSpc>
                <a:spcPct val="100000"/>
              </a:lnSpc>
              <a:tabLst>
                <a:tab algn="l" pos="0"/>
              </a:tabLst>
            </a:pPr>
            <a:endParaRPr b="0" lang="es-ES" sz="1400" strike="noStrike" u="none">
              <a:solidFill>
                <a:srgbClr val="ffffff"/>
              </a:solidFill>
              <a:effectLst/>
              <a:uFillTx/>
              <a:latin typeface="Arial"/>
            </a:endParaRPr>
          </a:p>
        </p:txBody>
      </p:sp>
      <p:sp>
        <p:nvSpPr>
          <p:cNvPr id="5" name="PlaceHolder 1"/>
          <p:cNvSpPr>
            <a:spLocks noGrp="1"/>
          </p:cNvSpPr>
          <p:nvPr>
            <p:ph type="title"/>
          </p:nvPr>
        </p:nvSpPr>
        <p:spPr>
          <a:xfrm>
            <a:off x="822960" y="569160"/>
            <a:ext cx="7543440" cy="2674080"/>
          </a:xfrm>
          <a:prstGeom prst="rect">
            <a:avLst/>
          </a:prstGeom>
          <a:noFill/>
          <a:ln w="0">
            <a:noFill/>
          </a:ln>
        </p:spPr>
        <p:txBody>
          <a:bodyPr lIns="68400" rIns="68400" tIns="34200" bIns="34200" anchor="b">
            <a:normAutofit lnSpcReduction="9999"/>
          </a:bodyPr>
          <a:p>
            <a:pPr indent="0">
              <a:buNone/>
            </a:pPr>
            <a:r>
              <a:rPr b="0" lang="es-ES" sz="6000" strike="noStrike" u="none">
                <a:solidFill>
                  <a:srgbClr val="000000"/>
                </a:solidFill>
                <a:effectLst/>
                <a:uFillTx/>
                <a:latin typeface="Arial"/>
              </a:rPr>
              <a:t>Pulse para editar el formato del texto de título</a:t>
            </a:r>
            <a:endParaRPr b="0" lang="es-ES" sz="6000" strike="noStrike" u="none">
              <a:solidFill>
                <a:srgbClr val="000000"/>
              </a:solidFill>
              <a:effectLst/>
              <a:uFillTx/>
              <a:latin typeface="Arial"/>
            </a:endParaRPr>
          </a:p>
        </p:txBody>
      </p:sp>
      <p:sp>
        <p:nvSpPr>
          <p:cNvPr id="6" name="PlaceHolder 2"/>
          <p:cNvSpPr>
            <a:spLocks noGrp="1"/>
          </p:cNvSpPr>
          <p:nvPr>
            <p:ph type="dt" idx="1"/>
          </p:nvPr>
        </p:nvSpPr>
        <p:spPr>
          <a:xfrm>
            <a:off x="822960" y="4844880"/>
            <a:ext cx="1854000" cy="273600"/>
          </a:xfrm>
          <a:prstGeom prst="rect">
            <a:avLst/>
          </a:prstGeom>
          <a:noFill/>
          <a:ln w="0">
            <a:noFill/>
          </a:ln>
        </p:spPr>
        <p:txBody>
          <a:bodyPr lIns="68400" rIns="68400" tIns="34200" bIns="34200" anchor="ctr">
            <a:noAutofit/>
          </a:bodyPr>
          <a:lstStyle>
            <a:lvl1pPr indent="0">
              <a:buNone/>
              <a:defRPr b="0" lang="es-ES" sz="1400" strike="noStrike" u="none">
                <a:solidFill>
                  <a:srgbClr val="000000"/>
                </a:solidFill>
                <a:effectLst/>
                <a:uFillTx/>
                <a:latin typeface="Times New Roman"/>
              </a:defRPr>
            </a:lvl1pPr>
          </a:lstStyle>
          <a:p>
            <a:pPr indent="0">
              <a:buNone/>
            </a:pPr>
            <a:r>
              <a:rPr b="0" lang="es-ES" sz="1400" strike="noStrike" u="none">
                <a:solidFill>
                  <a:srgbClr val="000000"/>
                </a:solidFill>
                <a:effectLst/>
                <a:uFillTx/>
                <a:latin typeface="Times New Roman"/>
              </a:rPr>
              <a:t>&lt;fecha/hora&gt;</a:t>
            </a:r>
            <a:endParaRPr b="0" lang="es-ES" sz="1400" strike="noStrike" u="none">
              <a:solidFill>
                <a:srgbClr val="000000"/>
              </a:solidFill>
              <a:effectLst/>
              <a:uFillTx/>
              <a:latin typeface="Times New Roman"/>
            </a:endParaRPr>
          </a:p>
        </p:txBody>
      </p:sp>
      <p:sp>
        <p:nvSpPr>
          <p:cNvPr id="7" name="PlaceHolder 3"/>
          <p:cNvSpPr>
            <a:spLocks noGrp="1"/>
          </p:cNvSpPr>
          <p:nvPr>
            <p:ph type="ftr" idx="2"/>
          </p:nvPr>
        </p:nvSpPr>
        <p:spPr>
          <a:xfrm>
            <a:off x="2764800" y="4844880"/>
            <a:ext cx="3616920" cy="273600"/>
          </a:xfrm>
          <a:prstGeom prst="rect">
            <a:avLst/>
          </a:prstGeom>
          <a:noFill/>
          <a:ln w="0">
            <a:noFill/>
          </a:ln>
        </p:spPr>
        <p:txBody>
          <a:bodyPr lIns="68400" rIns="68400" tIns="34200" bIns="34200" anchor="ctr">
            <a:noAutofit/>
          </a:bodyPr>
          <a:lstStyle>
            <a:lvl1pPr indent="0" algn="ctr">
              <a:buNone/>
              <a:defRPr b="0" lang="es-ES" sz="1400" strike="noStrike" u="none">
                <a:solidFill>
                  <a:srgbClr val="000000"/>
                </a:solidFill>
                <a:effectLst/>
                <a:uFillTx/>
                <a:latin typeface="Times New Roman"/>
              </a:defRPr>
            </a:lvl1pPr>
          </a:lstStyle>
          <a:p>
            <a:pPr indent="0" algn="ctr">
              <a:buNone/>
            </a:pPr>
            <a:r>
              <a:rPr b="0" lang="es-ES" sz="1400" strike="noStrike" u="none">
                <a:solidFill>
                  <a:srgbClr val="000000"/>
                </a:solidFill>
                <a:effectLst/>
                <a:uFillTx/>
                <a:latin typeface="Times New Roman"/>
              </a:rPr>
              <a:t>&lt;pie de página&gt;</a:t>
            </a:r>
            <a:endParaRPr b="0" lang="es-ES" sz="1400" strike="noStrike" u="none">
              <a:solidFill>
                <a:srgbClr val="000000"/>
              </a:solidFill>
              <a:effectLst/>
              <a:uFillTx/>
              <a:latin typeface="Times New Roman"/>
            </a:endParaRPr>
          </a:p>
        </p:txBody>
      </p:sp>
      <p:sp>
        <p:nvSpPr>
          <p:cNvPr id="8" name="PlaceHolder 4"/>
          <p:cNvSpPr>
            <a:spLocks noGrp="1"/>
          </p:cNvSpPr>
          <p:nvPr>
            <p:ph type="sldNum" idx="3"/>
          </p:nvPr>
        </p:nvSpPr>
        <p:spPr>
          <a:xfrm>
            <a:off x="7425360" y="4844880"/>
            <a:ext cx="983520" cy="27360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ca-ES" sz="790" strike="noStrike" u="none">
                <a:solidFill>
                  <a:srgbClr val="ffffff"/>
                </a:solidFill>
                <a:effectLst/>
                <a:uFillTx/>
                <a:latin typeface="Calibri"/>
                <a:ea typeface="Calibri"/>
              </a:defRPr>
            </a:lvl1pPr>
          </a:lstStyle>
          <a:p>
            <a:pPr indent="0" algn="r">
              <a:lnSpc>
                <a:spcPct val="100000"/>
              </a:lnSpc>
              <a:buNone/>
              <a:tabLst>
                <a:tab algn="l" pos="0"/>
              </a:tabLst>
            </a:pPr>
            <a:fld id="{E51BB6CF-9870-4D7E-A12A-E7F17E70D9A2}" type="slidenum">
              <a:rPr b="0" lang="ca-ES" sz="790" strike="noStrike" u="none">
                <a:solidFill>
                  <a:srgbClr val="ffffff"/>
                </a:solidFill>
                <a:effectLst/>
                <a:uFillTx/>
                <a:latin typeface="Calibri"/>
                <a:ea typeface="Calibri"/>
              </a:rPr>
              <a:t>&lt;número&gt;</a:t>
            </a:fld>
            <a:endParaRPr b="0" lang="es-ES" sz="790" strike="noStrike" u="none">
              <a:solidFill>
                <a:srgbClr val="000000"/>
              </a:solidFill>
              <a:effectLst/>
              <a:uFillTx/>
              <a:latin typeface="Times New Roman"/>
            </a:endParaRPr>
          </a:p>
        </p:txBody>
      </p:sp>
      <p:cxnSp>
        <p:nvCxnSpPr>
          <p:cNvPr id="9" name="Google Shape;26;p2"/>
          <p:cNvCxnSpPr/>
          <p:nvPr/>
        </p:nvCxnSpPr>
        <p:spPr>
          <a:xfrm>
            <a:off x="905400" y="3257280"/>
            <a:ext cx="7407360" cy="360"/>
          </a:xfrm>
          <a:prstGeom prst="straightConnector1">
            <a:avLst/>
          </a:prstGeom>
          <a:ln w="7150">
            <a:solidFill>
              <a:srgbClr val="7f7f7f"/>
            </a:solidFill>
            <a:round/>
          </a:ln>
        </p:spPr>
      </p:cxnSp>
      <p:sp>
        <p:nvSpPr>
          <p:cNvPr id="10" name="PlaceHolder 5"/>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1400" strike="noStrike" u="none">
                <a:solidFill>
                  <a:srgbClr val="000000"/>
                </a:solidFill>
                <a:effectLst/>
                <a:uFillTx/>
                <a:latin typeface="Arial"/>
              </a:rPr>
              <a:t>Pulse para editar el formato de texto del esquema</a:t>
            </a:r>
            <a:endParaRPr b="0" lang="es-ES"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ES" sz="1400" strike="noStrike" u="none">
                <a:solidFill>
                  <a:srgbClr val="000000"/>
                </a:solidFill>
                <a:effectLst/>
                <a:uFillTx/>
                <a:latin typeface="Arial"/>
              </a:rPr>
              <a:t>Segundo nivel del esquema</a:t>
            </a:r>
            <a:endParaRPr b="0" lang="es-ES"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ES" sz="1400" strike="noStrike" u="none">
                <a:solidFill>
                  <a:srgbClr val="000000"/>
                </a:solidFill>
                <a:effectLst/>
                <a:uFillTx/>
                <a:latin typeface="Arial"/>
              </a:rPr>
              <a:t>Tercer nivel del esquema</a:t>
            </a:r>
            <a:endParaRPr b="0" lang="es-ES"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ES" sz="1400" strike="noStrike" u="none">
                <a:solidFill>
                  <a:srgbClr val="000000"/>
                </a:solidFill>
                <a:effectLst/>
                <a:uFillTx/>
                <a:latin typeface="Arial"/>
              </a:rPr>
              <a:t>Cuarto nivel del esquema</a:t>
            </a:r>
            <a:endParaRPr b="0" lang="es-ES"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ES" sz="2000" strike="noStrike" u="none">
                <a:solidFill>
                  <a:srgbClr val="000000"/>
                </a:solidFill>
                <a:effectLst/>
                <a:uFillTx/>
                <a:latin typeface="Arial"/>
              </a:rPr>
              <a:t>Quinto nivel del esquema</a:t>
            </a:r>
            <a:endParaRPr b="0" lang="es-E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ES" sz="2000" strike="noStrike" u="none">
                <a:solidFill>
                  <a:srgbClr val="000000"/>
                </a:solidFill>
                <a:effectLst/>
                <a:uFillTx/>
                <a:latin typeface="Arial"/>
              </a:rPr>
              <a:t>Sexto nivel del esquema</a:t>
            </a:r>
            <a:endParaRPr b="0" lang="es-E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ES" sz="2000" strike="noStrike" u="none">
                <a:solidFill>
                  <a:srgbClr val="000000"/>
                </a:solidFill>
                <a:effectLst/>
                <a:uFillTx/>
                <a:latin typeface="Arial"/>
              </a:rPr>
              <a:t>Séptimo nivel del esquema</a:t>
            </a:r>
            <a:endParaRPr b="0" lang="es-ES"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bg>
      <p:bgPr>
        <a:solidFill>
          <a:schemeClr val="lt1"/>
        </a:solidFill>
      </p:bgPr>
    </p:bg>
    <p:spTree>
      <p:nvGrpSpPr>
        <p:cNvPr id="1" name=""/>
        <p:cNvGrpSpPr/>
        <p:nvPr/>
      </p:nvGrpSpPr>
      <p:grpSpPr>
        <a:xfrm>
          <a:off x="0" y="0"/>
          <a:ext cx="0" cy="0"/>
          <a:chOff x="0" y="0"/>
          <a:chExt cx="0" cy="0"/>
        </a:xfrm>
      </p:grpSpPr>
      <p:sp>
        <p:nvSpPr>
          <p:cNvPr id="11" name="Google Shape;10;p1"/>
          <p:cNvSpPr/>
          <p:nvPr/>
        </p:nvSpPr>
        <p:spPr>
          <a:xfrm>
            <a:off x="0" y="4800600"/>
            <a:ext cx="9143640" cy="342720"/>
          </a:xfrm>
          <a:prstGeom prst="rect">
            <a:avLst/>
          </a:prstGeom>
          <a:solidFill>
            <a:schemeClr val="accent2"/>
          </a:solidFill>
          <a:ln w="0">
            <a:noFill/>
          </a:ln>
        </p:spPr>
        <p:style>
          <a:lnRef idx="0"/>
          <a:fillRef idx="0"/>
          <a:effectRef idx="0"/>
          <a:fontRef idx="minor"/>
        </p:style>
        <p:txBody>
          <a:bodyPr lIns="68400" rIns="68400" tIns="34200" bIns="34200" anchor="t">
            <a:noAutofit/>
          </a:bodyPr>
          <a:p>
            <a:pPr>
              <a:lnSpc>
                <a:spcPct val="100000"/>
              </a:lnSpc>
              <a:tabLst>
                <a:tab algn="l" pos="0"/>
              </a:tabLst>
            </a:pPr>
            <a:endParaRPr b="0" lang="es-ES" sz="1400" strike="noStrike" u="none">
              <a:solidFill>
                <a:srgbClr val="ffffff"/>
              </a:solidFill>
              <a:effectLst/>
              <a:uFillTx/>
              <a:latin typeface="Arial"/>
            </a:endParaRPr>
          </a:p>
        </p:txBody>
      </p:sp>
      <p:sp>
        <p:nvSpPr>
          <p:cNvPr id="12" name="Google Shape;11;p1"/>
          <p:cNvSpPr/>
          <p:nvPr/>
        </p:nvSpPr>
        <p:spPr>
          <a:xfrm>
            <a:off x="0" y="4750560"/>
            <a:ext cx="9143640" cy="49320"/>
          </a:xfrm>
          <a:prstGeom prst="rect">
            <a:avLst/>
          </a:prstGeom>
          <a:solidFill>
            <a:schemeClr val="accent1"/>
          </a:solidFill>
          <a:ln w="0">
            <a:noFill/>
          </a:ln>
        </p:spPr>
        <p:style>
          <a:lnRef idx="0"/>
          <a:fillRef idx="0"/>
          <a:effectRef idx="0"/>
          <a:fontRef idx="minor"/>
        </p:style>
        <p:txBody>
          <a:bodyPr lIns="68400" rIns="68400" tIns="24840" bIns="24840" anchor="t">
            <a:noAutofit/>
          </a:bodyPr>
          <a:p>
            <a:pPr>
              <a:lnSpc>
                <a:spcPct val="100000"/>
              </a:lnSpc>
              <a:tabLst>
                <a:tab algn="l" pos="0"/>
              </a:tabLst>
            </a:pPr>
            <a:endParaRPr b="0" lang="es-ES" sz="1400" strike="noStrike" u="none">
              <a:solidFill>
                <a:srgbClr val="ffffff"/>
              </a:solidFill>
              <a:effectLst/>
              <a:uFillTx/>
              <a:latin typeface="Arial"/>
            </a:endParaRPr>
          </a:p>
        </p:txBody>
      </p:sp>
      <p:cxnSp>
        <p:nvCxnSpPr>
          <p:cNvPr id="13" name="Google Shape;17;p1"/>
          <p:cNvCxnSpPr/>
          <p:nvPr/>
        </p:nvCxnSpPr>
        <p:spPr>
          <a:xfrm>
            <a:off x="894960" y="1303200"/>
            <a:ext cx="7475400" cy="360"/>
          </a:xfrm>
          <a:prstGeom prst="straightConnector1">
            <a:avLst/>
          </a:prstGeom>
          <a:ln w="7150">
            <a:solidFill>
              <a:srgbClr val="7f7f7f"/>
            </a:solidFill>
            <a:round/>
          </a:ln>
        </p:spPr>
      </p:cxnSp>
      <p:sp>
        <p:nvSpPr>
          <p:cNvPr id="14" name="PlaceHolder 1"/>
          <p:cNvSpPr>
            <a:spLocks noGrp="1"/>
          </p:cNvSpPr>
          <p:nvPr>
            <p:ph type="title"/>
          </p:nvPr>
        </p:nvSpPr>
        <p:spPr>
          <a:xfrm>
            <a:off x="822960" y="214920"/>
            <a:ext cx="7543440" cy="1087920"/>
          </a:xfrm>
          <a:prstGeom prst="rect">
            <a:avLst/>
          </a:prstGeom>
          <a:noFill/>
          <a:ln w="0">
            <a:noFill/>
          </a:ln>
        </p:spPr>
        <p:txBody>
          <a:bodyPr lIns="68400" rIns="68400" tIns="34200" bIns="34200" anchor="b">
            <a:normAutofit lnSpcReduction="9999"/>
          </a:bodyPr>
          <a:p>
            <a:pPr indent="0">
              <a:buNone/>
            </a:pPr>
            <a:r>
              <a:rPr b="0" lang="es-ES" sz="3600" strike="noStrike" u="none">
                <a:solidFill>
                  <a:srgbClr val="000000"/>
                </a:solidFill>
                <a:effectLst/>
                <a:uFillTx/>
                <a:latin typeface="Arial"/>
              </a:rPr>
              <a:t>Pulse para editar el formato del texto de título</a:t>
            </a:r>
            <a:endParaRPr b="0" lang="es-ES" sz="3600" strike="noStrike" u="none">
              <a:solidFill>
                <a:srgbClr val="000000"/>
              </a:solidFill>
              <a:effectLst/>
              <a:uFillTx/>
              <a:latin typeface="Arial"/>
            </a:endParaRPr>
          </a:p>
        </p:txBody>
      </p:sp>
      <p:sp>
        <p:nvSpPr>
          <p:cNvPr id="15" name="PlaceHolder 2"/>
          <p:cNvSpPr>
            <a:spLocks noGrp="1"/>
          </p:cNvSpPr>
          <p:nvPr>
            <p:ph type="body"/>
          </p:nvPr>
        </p:nvSpPr>
        <p:spPr>
          <a:xfrm rot="5400000">
            <a:off x="3086280" y="-878760"/>
            <a:ext cx="3017160" cy="7543440"/>
          </a:xfrm>
          <a:prstGeom prst="rect">
            <a:avLst/>
          </a:prstGeom>
          <a:noFill/>
          <a:ln w="0">
            <a:noFill/>
          </a:ln>
        </p:spPr>
        <p:txBody>
          <a:bodyPr lIns="34200" rIns="34200" tIns="0" bIns="0" anchor="t">
            <a:normAutofit/>
          </a:bodyPr>
          <a:p>
            <a:pPr marL="432000" indent="-324000">
              <a:spcBef>
                <a:spcPts val="1417"/>
              </a:spcBef>
              <a:buClr>
                <a:srgbClr val="000000"/>
              </a:buClr>
              <a:buSzPct val="45000"/>
              <a:buFont typeface="Wingdings" charset="2"/>
              <a:buChar char=""/>
            </a:pPr>
            <a:r>
              <a:rPr b="0" lang="es-ES" sz="1500" strike="noStrike" u="none">
                <a:solidFill>
                  <a:srgbClr val="000000"/>
                </a:solidFill>
                <a:effectLst/>
                <a:uFillTx/>
                <a:latin typeface="Arial"/>
              </a:rPr>
              <a:t>Pulse para editar el formato de texto del esquema</a:t>
            </a:r>
            <a:endParaRPr b="0" lang="es-ES" sz="15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ES" sz="1500" strike="noStrike" u="none">
                <a:solidFill>
                  <a:srgbClr val="000000"/>
                </a:solidFill>
                <a:effectLst/>
                <a:uFillTx/>
                <a:latin typeface="Arial"/>
              </a:rPr>
              <a:t>Segundo nivel del esquema</a:t>
            </a:r>
            <a:endParaRPr b="0" lang="es-ES" sz="15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ES" sz="1500" strike="noStrike" u="none">
                <a:solidFill>
                  <a:srgbClr val="000000"/>
                </a:solidFill>
                <a:effectLst/>
                <a:uFillTx/>
                <a:latin typeface="Arial"/>
              </a:rPr>
              <a:t>Tercer nivel del esquema</a:t>
            </a:r>
            <a:endParaRPr b="0" lang="es-ES" sz="15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ES" sz="1500" strike="noStrike" u="none">
                <a:solidFill>
                  <a:srgbClr val="000000"/>
                </a:solidFill>
                <a:effectLst/>
                <a:uFillTx/>
                <a:latin typeface="Arial"/>
              </a:rPr>
              <a:t>Cuarto nivel del esquema</a:t>
            </a:r>
            <a:endParaRPr b="0" lang="es-ES" sz="15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Quinto nivel del esquema</a:t>
            </a:r>
            <a:endParaRPr b="0" lang="es-ES" sz="15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Sexto nivel del esquema</a:t>
            </a:r>
            <a:endParaRPr b="0" lang="es-ES" sz="15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Séptimo nivel del esquema</a:t>
            </a:r>
            <a:endParaRPr b="0" lang="es-ES" sz="1500" strike="noStrike" u="none">
              <a:solidFill>
                <a:srgbClr val="000000"/>
              </a:solidFill>
              <a:effectLst/>
              <a:uFillTx/>
              <a:latin typeface="Arial"/>
            </a:endParaRPr>
          </a:p>
        </p:txBody>
      </p:sp>
      <p:sp>
        <p:nvSpPr>
          <p:cNvPr id="16" name="PlaceHolder 3"/>
          <p:cNvSpPr>
            <a:spLocks noGrp="1"/>
          </p:cNvSpPr>
          <p:nvPr>
            <p:ph type="dt" idx="4"/>
          </p:nvPr>
        </p:nvSpPr>
        <p:spPr>
          <a:xfrm>
            <a:off x="822960" y="4844880"/>
            <a:ext cx="1854000" cy="273600"/>
          </a:xfrm>
          <a:prstGeom prst="rect">
            <a:avLst/>
          </a:prstGeom>
          <a:noFill/>
          <a:ln w="0">
            <a:noFill/>
          </a:ln>
        </p:spPr>
        <p:txBody>
          <a:bodyPr lIns="68400" rIns="68400" tIns="34200" bIns="34200" anchor="ctr">
            <a:noAutofit/>
          </a:bodyPr>
          <a:lstStyle>
            <a:lvl1pPr indent="0">
              <a:buNone/>
              <a:defRPr b="0" lang="es-ES" sz="1400" strike="noStrike" u="none">
                <a:solidFill>
                  <a:srgbClr val="000000"/>
                </a:solidFill>
                <a:effectLst/>
                <a:uFillTx/>
                <a:latin typeface="Times New Roman"/>
              </a:defRPr>
            </a:lvl1pPr>
          </a:lstStyle>
          <a:p>
            <a:pPr indent="0">
              <a:buNone/>
            </a:pPr>
            <a:r>
              <a:rPr b="0" lang="es-ES" sz="1400" strike="noStrike" u="none">
                <a:solidFill>
                  <a:srgbClr val="000000"/>
                </a:solidFill>
                <a:effectLst/>
                <a:uFillTx/>
                <a:latin typeface="Times New Roman"/>
              </a:rPr>
              <a:t>&lt;fecha/hora&gt;</a:t>
            </a:r>
            <a:endParaRPr b="0" lang="es-ES" sz="1400" strike="noStrike" u="none">
              <a:solidFill>
                <a:srgbClr val="000000"/>
              </a:solidFill>
              <a:effectLst/>
              <a:uFillTx/>
              <a:latin typeface="Times New Roman"/>
            </a:endParaRPr>
          </a:p>
        </p:txBody>
      </p:sp>
      <p:sp>
        <p:nvSpPr>
          <p:cNvPr id="17" name="PlaceHolder 4"/>
          <p:cNvSpPr>
            <a:spLocks noGrp="1"/>
          </p:cNvSpPr>
          <p:nvPr>
            <p:ph type="ftr" idx="5"/>
          </p:nvPr>
        </p:nvSpPr>
        <p:spPr>
          <a:xfrm>
            <a:off x="2764800" y="4844880"/>
            <a:ext cx="3616920" cy="273600"/>
          </a:xfrm>
          <a:prstGeom prst="rect">
            <a:avLst/>
          </a:prstGeom>
          <a:noFill/>
          <a:ln w="0">
            <a:noFill/>
          </a:ln>
        </p:spPr>
        <p:txBody>
          <a:bodyPr lIns="68400" rIns="68400" tIns="34200" bIns="34200" anchor="ctr">
            <a:noAutofit/>
          </a:bodyPr>
          <a:lstStyle>
            <a:lvl1pPr indent="0" algn="ctr">
              <a:buNone/>
              <a:defRPr b="0" lang="es-ES" sz="1400" strike="noStrike" u="none">
                <a:solidFill>
                  <a:srgbClr val="000000"/>
                </a:solidFill>
                <a:effectLst/>
                <a:uFillTx/>
                <a:latin typeface="Times New Roman"/>
              </a:defRPr>
            </a:lvl1pPr>
          </a:lstStyle>
          <a:p>
            <a:pPr indent="0" algn="ctr">
              <a:buNone/>
            </a:pPr>
            <a:r>
              <a:rPr b="0" lang="es-ES" sz="1400" strike="noStrike" u="none">
                <a:solidFill>
                  <a:srgbClr val="000000"/>
                </a:solidFill>
                <a:effectLst/>
                <a:uFillTx/>
                <a:latin typeface="Times New Roman"/>
              </a:rPr>
              <a:t>&lt;pie de página&gt;</a:t>
            </a:r>
            <a:endParaRPr b="0" lang="es-ES" sz="1400" strike="noStrike" u="none">
              <a:solidFill>
                <a:srgbClr val="000000"/>
              </a:solidFill>
              <a:effectLst/>
              <a:uFillTx/>
              <a:latin typeface="Times New Roman"/>
            </a:endParaRPr>
          </a:p>
        </p:txBody>
      </p:sp>
      <p:sp>
        <p:nvSpPr>
          <p:cNvPr id="18" name="PlaceHolder 5"/>
          <p:cNvSpPr>
            <a:spLocks noGrp="1"/>
          </p:cNvSpPr>
          <p:nvPr>
            <p:ph type="sldNum" idx="6"/>
          </p:nvPr>
        </p:nvSpPr>
        <p:spPr>
          <a:xfrm>
            <a:off x="7425360" y="4844880"/>
            <a:ext cx="983520" cy="27360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ca-ES" sz="790" strike="noStrike" u="none">
                <a:solidFill>
                  <a:srgbClr val="ffffff"/>
                </a:solidFill>
                <a:effectLst/>
                <a:uFillTx/>
                <a:latin typeface="Calibri"/>
                <a:ea typeface="Calibri"/>
              </a:defRPr>
            </a:lvl1pPr>
          </a:lstStyle>
          <a:p>
            <a:pPr indent="0" algn="r">
              <a:lnSpc>
                <a:spcPct val="100000"/>
              </a:lnSpc>
              <a:buNone/>
              <a:tabLst>
                <a:tab algn="l" pos="0"/>
              </a:tabLst>
            </a:pPr>
            <a:fld id="{474EFBDC-BF09-4142-8FAD-CB4422438071}" type="slidenum">
              <a:rPr b="0" lang="ca-ES" sz="790" strike="noStrike" u="none">
                <a:solidFill>
                  <a:srgbClr val="ffffff"/>
                </a:solidFill>
                <a:effectLst/>
                <a:uFillTx/>
                <a:latin typeface="Calibri"/>
                <a:ea typeface="Calibri"/>
              </a:rPr>
              <a:t>&lt;número&gt;</a:t>
            </a:fld>
            <a:endParaRPr b="0" lang="es-ES" sz="79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bg>
      <p:bgPr>
        <a:solidFill>
          <a:schemeClr val="lt1"/>
        </a:solidFill>
      </p:bgPr>
    </p:bg>
    <p:spTree>
      <p:nvGrpSpPr>
        <p:cNvPr id="1" name=""/>
        <p:cNvGrpSpPr/>
        <p:nvPr/>
      </p:nvGrpSpPr>
      <p:grpSpPr>
        <a:xfrm>
          <a:off x="0" y="0"/>
          <a:ext cx="0" cy="0"/>
          <a:chOff x="0" y="0"/>
          <a:chExt cx="0" cy="0"/>
        </a:xfrm>
      </p:grpSpPr>
      <p:sp>
        <p:nvSpPr>
          <p:cNvPr id="19" name="Google Shape;10;p1" hidden="1"/>
          <p:cNvSpPr/>
          <p:nvPr/>
        </p:nvSpPr>
        <p:spPr>
          <a:xfrm>
            <a:off x="0" y="4800600"/>
            <a:ext cx="9143640" cy="342720"/>
          </a:xfrm>
          <a:prstGeom prst="rect">
            <a:avLst/>
          </a:prstGeom>
          <a:solidFill>
            <a:schemeClr val="accent2"/>
          </a:solidFill>
          <a:ln w="0">
            <a:noFill/>
          </a:ln>
        </p:spPr>
        <p:style>
          <a:lnRef idx="0"/>
          <a:fillRef idx="0"/>
          <a:effectRef idx="0"/>
          <a:fontRef idx="minor"/>
        </p:style>
        <p:txBody>
          <a:bodyPr lIns="68400" rIns="68400" tIns="34200" bIns="34200" anchor="t">
            <a:noAutofit/>
          </a:bodyPr>
          <a:p>
            <a:pPr>
              <a:lnSpc>
                <a:spcPct val="100000"/>
              </a:lnSpc>
              <a:tabLst>
                <a:tab algn="l" pos="0"/>
              </a:tabLst>
            </a:pPr>
            <a:endParaRPr b="0" lang="es-ES" sz="1400" strike="noStrike" u="none">
              <a:solidFill>
                <a:srgbClr val="ffffff"/>
              </a:solidFill>
              <a:effectLst/>
              <a:uFillTx/>
              <a:latin typeface="Arial"/>
            </a:endParaRPr>
          </a:p>
        </p:txBody>
      </p:sp>
      <p:sp>
        <p:nvSpPr>
          <p:cNvPr id="20" name="Google Shape;11;p1" hidden="1"/>
          <p:cNvSpPr/>
          <p:nvPr/>
        </p:nvSpPr>
        <p:spPr>
          <a:xfrm>
            <a:off x="0" y="4750560"/>
            <a:ext cx="9143640" cy="49320"/>
          </a:xfrm>
          <a:prstGeom prst="rect">
            <a:avLst/>
          </a:prstGeom>
          <a:solidFill>
            <a:schemeClr val="accent1"/>
          </a:solidFill>
          <a:ln w="0">
            <a:noFill/>
          </a:ln>
        </p:spPr>
        <p:style>
          <a:lnRef idx="0"/>
          <a:fillRef idx="0"/>
          <a:effectRef idx="0"/>
          <a:fontRef idx="minor"/>
        </p:style>
        <p:txBody>
          <a:bodyPr lIns="68400" rIns="68400" tIns="24840" bIns="24840" anchor="t">
            <a:noAutofit/>
          </a:bodyPr>
          <a:p>
            <a:pPr>
              <a:lnSpc>
                <a:spcPct val="100000"/>
              </a:lnSpc>
              <a:tabLst>
                <a:tab algn="l" pos="0"/>
              </a:tabLst>
            </a:pPr>
            <a:endParaRPr b="0" lang="es-ES" sz="1400" strike="noStrike" u="none">
              <a:solidFill>
                <a:srgbClr val="ffffff"/>
              </a:solidFill>
              <a:effectLst/>
              <a:uFillTx/>
              <a:latin typeface="Arial"/>
            </a:endParaRPr>
          </a:p>
        </p:txBody>
      </p:sp>
      <p:cxnSp>
        <p:nvCxnSpPr>
          <p:cNvPr id="21" name="Google Shape;17;p1"/>
          <p:cNvCxnSpPr/>
          <p:nvPr/>
        </p:nvCxnSpPr>
        <p:spPr>
          <a:xfrm>
            <a:off x="894960" y="1303200"/>
            <a:ext cx="7475400" cy="360"/>
          </a:xfrm>
          <a:prstGeom prst="straightConnector1">
            <a:avLst/>
          </a:prstGeom>
          <a:ln w="7150">
            <a:solidFill>
              <a:srgbClr val="7f7f7f"/>
            </a:solidFill>
            <a:round/>
          </a:ln>
        </p:spPr>
      </p:cxnSp>
      <p:sp>
        <p:nvSpPr>
          <p:cNvPr id="22" name="Google Shape;94;p12"/>
          <p:cNvSpPr/>
          <p:nvPr/>
        </p:nvSpPr>
        <p:spPr>
          <a:xfrm>
            <a:off x="2520" y="4800600"/>
            <a:ext cx="9141120" cy="342720"/>
          </a:xfrm>
          <a:prstGeom prst="rect">
            <a:avLst/>
          </a:prstGeom>
          <a:solidFill>
            <a:schemeClr val="accent2"/>
          </a:solidFill>
          <a:ln w="0">
            <a:noFill/>
          </a:ln>
        </p:spPr>
        <p:style>
          <a:lnRef idx="0"/>
          <a:fillRef idx="0"/>
          <a:effectRef idx="0"/>
          <a:fontRef idx="minor"/>
        </p:style>
        <p:txBody>
          <a:bodyPr lIns="68400" rIns="68400" tIns="68400" bIns="6840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23" name="Google Shape;95;p12"/>
          <p:cNvSpPr/>
          <p:nvPr/>
        </p:nvSpPr>
        <p:spPr>
          <a:xfrm>
            <a:off x="0" y="4750560"/>
            <a:ext cx="9141120" cy="47520"/>
          </a:xfrm>
          <a:prstGeom prst="rect">
            <a:avLst/>
          </a:prstGeom>
          <a:solidFill>
            <a:schemeClr val="accent1"/>
          </a:solidFill>
          <a:ln w="0">
            <a:noFill/>
          </a:ln>
        </p:spPr>
        <p:style>
          <a:lnRef idx="0"/>
          <a:fillRef idx="0"/>
          <a:effectRef idx="0"/>
          <a:fontRef idx="minor"/>
        </p:style>
        <p:txBody>
          <a:bodyPr lIns="68400" rIns="68400" tIns="23760" bIns="2376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24" name="PlaceHolder 1"/>
          <p:cNvSpPr>
            <a:spLocks noGrp="1"/>
          </p:cNvSpPr>
          <p:nvPr>
            <p:ph type="title"/>
          </p:nvPr>
        </p:nvSpPr>
        <p:spPr>
          <a:xfrm rot="5400000">
            <a:off x="5370840" y="1484280"/>
            <a:ext cx="4317840" cy="1971360"/>
          </a:xfrm>
          <a:prstGeom prst="rect">
            <a:avLst/>
          </a:prstGeom>
          <a:noFill/>
          <a:ln w="0">
            <a:noFill/>
          </a:ln>
        </p:spPr>
        <p:txBody>
          <a:bodyPr lIns="68400" rIns="68400" tIns="34200" bIns="34200" anchor="b">
            <a:normAutofit/>
          </a:bodyPr>
          <a:p>
            <a:pPr indent="0">
              <a:buNone/>
            </a:pPr>
            <a:r>
              <a:rPr b="0" lang="es-ES" sz="3600" strike="noStrike" u="none">
                <a:solidFill>
                  <a:srgbClr val="000000"/>
                </a:solidFill>
                <a:effectLst/>
                <a:uFillTx/>
                <a:latin typeface="Arial"/>
              </a:rPr>
              <a:t>Pulse para editar el formato del texto de título</a:t>
            </a:r>
            <a:endParaRPr b="0" lang="es-ES" sz="3600" strike="noStrike" u="none">
              <a:solidFill>
                <a:srgbClr val="000000"/>
              </a:solidFill>
              <a:effectLst/>
              <a:uFillTx/>
              <a:latin typeface="Arial"/>
            </a:endParaRPr>
          </a:p>
        </p:txBody>
      </p:sp>
      <p:sp>
        <p:nvSpPr>
          <p:cNvPr id="25" name="PlaceHolder 2"/>
          <p:cNvSpPr>
            <a:spLocks noGrp="1"/>
          </p:cNvSpPr>
          <p:nvPr>
            <p:ph type="body"/>
          </p:nvPr>
        </p:nvSpPr>
        <p:spPr>
          <a:xfrm rot="5400000">
            <a:off x="1370160" y="-430200"/>
            <a:ext cx="4317840" cy="5800320"/>
          </a:xfrm>
          <a:prstGeom prst="rect">
            <a:avLst/>
          </a:prstGeom>
          <a:noFill/>
          <a:ln w="0">
            <a:noFill/>
          </a:ln>
        </p:spPr>
        <p:txBody>
          <a:bodyPr lIns="34200" rIns="34200" tIns="0" bIns="0" anchor="t">
            <a:normAutofit/>
          </a:bodyPr>
          <a:p>
            <a:pPr marL="432000" indent="-324000">
              <a:spcBef>
                <a:spcPts val="1417"/>
              </a:spcBef>
              <a:buClr>
                <a:srgbClr val="000000"/>
              </a:buClr>
              <a:buSzPct val="45000"/>
              <a:buFont typeface="Wingdings" charset="2"/>
              <a:buChar char=""/>
            </a:pPr>
            <a:r>
              <a:rPr b="0" lang="es-ES" sz="1500" strike="noStrike" u="none">
                <a:solidFill>
                  <a:srgbClr val="000000"/>
                </a:solidFill>
                <a:effectLst/>
                <a:uFillTx/>
                <a:latin typeface="Arial"/>
              </a:rPr>
              <a:t>Pulse para editar el formato de texto del esquema</a:t>
            </a:r>
            <a:endParaRPr b="0" lang="es-ES" sz="15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ES" sz="1500" strike="noStrike" u="none">
                <a:solidFill>
                  <a:srgbClr val="000000"/>
                </a:solidFill>
                <a:effectLst/>
                <a:uFillTx/>
                <a:latin typeface="Arial"/>
              </a:rPr>
              <a:t>Segundo nivel del esquema</a:t>
            </a:r>
            <a:endParaRPr b="0" lang="es-ES" sz="15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ES" sz="1500" strike="noStrike" u="none">
                <a:solidFill>
                  <a:srgbClr val="000000"/>
                </a:solidFill>
                <a:effectLst/>
                <a:uFillTx/>
                <a:latin typeface="Arial"/>
              </a:rPr>
              <a:t>Tercer nivel del esquema</a:t>
            </a:r>
            <a:endParaRPr b="0" lang="es-ES" sz="15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ES" sz="1500" strike="noStrike" u="none">
                <a:solidFill>
                  <a:srgbClr val="000000"/>
                </a:solidFill>
                <a:effectLst/>
                <a:uFillTx/>
                <a:latin typeface="Arial"/>
              </a:rPr>
              <a:t>Cuarto nivel del esquema</a:t>
            </a:r>
            <a:endParaRPr b="0" lang="es-ES" sz="15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Quinto nivel del esquema</a:t>
            </a:r>
            <a:endParaRPr b="0" lang="es-ES" sz="15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Sexto nivel del esquema</a:t>
            </a:r>
            <a:endParaRPr b="0" lang="es-ES" sz="15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Séptimo nivel del esquema</a:t>
            </a:r>
            <a:endParaRPr b="0" lang="es-ES" sz="1500" strike="noStrike" u="none">
              <a:solidFill>
                <a:srgbClr val="000000"/>
              </a:solidFill>
              <a:effectLst/>
              <a:uFillTx/>
              <a:latin typeface="Arial"/>
            </a:endParaRPr>
          </a:p>
        </p:txBody>
      </p:sp>
      <p:sp>
        <p:nvSpPr>
          <p:cNvPr id="26" name="PlaceHolder 3"/>
          <p:cNvSpPr>
            <a:spLocks noGrp="1"/>
          </p:cNvSpPr>
          <p:nvPr>
            <p:ph type="dt" idx="7"/>
          </p:nvPr>
        </p:nvSpPr>
        <p:spPr>
          <a:xfrm>
            <a:off x="822960" y="4844880"/>
            <a:ext cx="1854000" cy="273600"/>
          </a:xfrm>
          <a:prstGeom prst="rect">
            <a:avLst/>
          </a:prstGeom>
          <a:noFill/>
          <a:ln w="0">
            <a:noFill/>
          </a:ln>
        </p:spPr>
        <p:txBody>
          <a:bodyPr lIns="68400" rIns="68400" tIns="34200" bIns="34200" anchor="ctr">
            <a:noAutofit/>
          </a:bodyPr>
          <a:lstStyle>
            <a:lvl1pPr indent="0">
              <a:buNone/>
              <a:defRPr b="0" lang="es-ES" sz="1400" strike="noStrike" u="none">
                <a:solidFill>
                  <a:srgbClr val="000000"/>
                </a:solidFill>
                <a:effectLst/>
                <a:uFillTx/>
                <a:latin typeface="Times New Roman"/>
              </a:defRPr>
            </a:lvl1pPr>
          </a:lstStyle>
          <a:p>
            <a:pPr indent="0">
              <a:buNone/>
            </a:pPr>
            <a:r>
              <a:rPr b="0" lang="es-ES" sz="1400" strike="noStrike" u="none">
                <a:solidFill>
                  <a:srgbClr val="000000"/>
                </a:solidFill>
                <a:effectLst/>
                <a:uFillTx/>
                <a:latin typeface="Times New Roman"/>
              </a:rPr>
              <a:t>&lt;fecha/hora&gt;</a:t>
            </a:r>
            <a:endParaRPr b="0" lang="es-ES" sz="1400" strike="noStrike" u="none">
              <a:solidFill>
                <a:srgbClr val="000000"/>
              </a:solidFill>
              <a:effectLst/>
              <a:uFillTx/>
              <a:latin typeface="Times New Roman"/>
            </a:endParaRPr>
          </a:p>
        </p:txBody>
      </p:sp>
      <p:sp>
        <p:nvSpPr>
          <p:cNvPr id="27" name="PlaceHolder 4"/>
          <p:cNvSpPr>
            <a:spLocks noGrp="1"/>
          </p:cNvSpPr>
          <p:nvPr>
            <p:ph type="ftr" idx="8"/>
          </p:nvPr>
        </p:nvSpPr>
        <p:spPr>
          <a:xfrm>
            <a:off x="2764800" y="4844880"/>
            <a:ext cx="3616920" cy="273600"/>
          </a:xfrm>
          <a:prstGeom prst="rect">
            <a:avLst/>
          </a:prstGeom>
          <a:noFill/>
          <a:ln w="0">
            <a:noFill/>
          </a:ln>
        </p:spPr>
        <p:txBody>
          <a:bodyPr lIns="68400" rIns="68400" tIns="34200" bIns="34200" anchor="ctr">
            <a:noAutofit/>
          </a:bodyPr>
          <a:lstStyle>
            <a:lvl1pPr indent="0" algn="ctr">
              <a:buNone/>
              <a:defRPr b="0" lang="es-ES" sz="1400" strike="noStrike" u="none">
                <a:solidFill>
                  <a:srgbClr val="000000"/>
                </a:solidFill>
                <a:effectLst/>
                <a:uFillTx/>
                <a:latin typeface="Times New Roman"/>
              </a:defRPr>
            </a:lvl1pPr>
          </a:lstStyle>
          <a:p>
            <a:pPr indent="0" algn="ctr">
              <a:buNone/>
            </a:pPr>
            <a:r>
              <a:rPr b="0" lang="es-ES" sz="1400" strike="noStrike" u="none">
                <a:solidFill>
                  <a:srgbClr val="000000"/>
                </a:solidFill>
                <a:effectLst/>
                <a:uFillTx/>
                <a:latin typeface="Times New Roman"/>
              </a:rPr>
              <a:t>&lt;pie de página&gt;</a:t>
            </a:r>
            <a:endParaRPr b="0" lang="es-ES" sz="1400" strike="noStrike" u="none">
              <a:solidFill>
                <a:srgbClr val="000000"/>
              </a:solidFill>
              <a:effectLst/>
              <a:uFillTx/>
              <a:latin typeface="Times New Roman"/>
            </a:endParaRPr>
          </a:p>
        </p:txBody>
      </p:sp>
      <p:sp>
        <p:nvSpPr>
          <p:cNvPr id="28" name="PlaceHolder 5"/>
          <p:cNvSpPr>
            <a:spLocks noGrp="1"/>
          </p:cNvSpPr>
          <p:nvPr>
            <p:ph type="sldNum" idx="9"/>
          </p:nvPr>
        </p:nvSpPr>
        <p:spPr>
          <a:xfrm>
            <a:off x="7425360" y="4844880"/>
            <a:ext cx="983520" cy="27360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ca-ES" sz="790" strike="noStrike" u="none">
                <a:solidFill>
                  <a:srgbClr val="ffffff"/>
                </a:solidFill>
                <a:effectLst/>
                <a:uFillTx/>
                <a:latin typeface="Calibri"/>
                <a:ea typeface="Calibri"/>
              </a:defRPr>
            </a:lvl1pPr>
          </a:lstStyle>
          <a:p>
            <a:pPr indent="0" algn="r">
              <a:lnSpc>
                <a:spcPct val="100000"/>
              </a:lnSpc>
              <a:buNone/>
              <a:tabLst>
                <a:tab algn="l" pos="0"/>
              </a:tabLst>
            </a:pPr>
            <a:fld id="{EC65131D-39D8-4398-837F-E4ABA3E12E01}" type="slidenum">
              <a:rPr b="0" lang="ca-ES" sz="790" strike="noStrike" u="none">
                <a:solidFill>
                  <a:srgbClr val="ffffff"/>
                </a:solidFill>
                <a:effectLst/>
                <a:uFillTx/>
                <a:latin typeface="Calibri"/>
                <a:ea typeface="Calibri"/>
              </a:rPr>
              <a:t>&lt;número&gt;</a:t>
            </a:fld>
            <a:endParaRPr b="0" lang="es-ES" sz="79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bg>
      <p:bgPr>
        <a:solidFill>
          <a:schemeClr val="lt1"/>
        </a:solidFill>
      </p:bgPr>
    </p:bg>
    <p:spTree>
      <p:nvGrpSpPr>
        <p:cNvPr id="1" name=""/>
        <p:cNvGrpSpPr/>
        <p:nvPr/>
      </p:nvGrpSpPr>
      <p:grpSpPr>
        <a:xfrm>
          <a:off x="0" y="0"/>
          <a:ext cx="0" cy="0"/>
          <a:chOff x="0" y="0"/>
          <a:chExt cx="0" cy="0"/>
        </a:xfrm>
      </p:grpSpPr>
      <p:sp>
        <p:nvSpPr>
          <p:cNvPr id="29" name="Google Shape;10;p1"/>
          <p:cNvSpPr/>
          <p:nvPr/>
        </p:nvSpPr>
        <p:spPr>
          <a:xfrm>
            <a:off x="0" y="4800600"/>
            <a:ext cx="9143640" cy="342720"/>
          </a:xfrm>
          <a:prstGeom prst="rect">
            <a:avLst/>
          </a:prstGeom>
          <a:solidFill>
            <a:schemeClr val="accent2"/>
          </a:solidFill>
          <a:ln w="0">
            <a:noFill/>
          </a:ln>
        </p:spPr>
        <p:style>
          <a:lnRef idx="0"/>
          <a:fillRef idx="0"/>
          <a:effectRef idx="0"/>
          <a:fontRef idx="minor"/>
        </p:style>
        <p:txBody>
          <a:bodyPr lIns="68400" rIns="68400" tIns="34200" bIns="34200" anchor="t">
            <a:noAutofit/>
          </a:bodyPr>
          <a:p>
            <a:pPr>
              <a:lnSpc>
                <a:spcPct val="100000"/>
              </a:lnSpc>
              <a:tabLst>
                <a:tab algn="l" pos="0"/>
              </a:tabLst>
            </a:pPr>
            <a:endParaRPr b="0" lang="es-ES" sz="1400" strike="noStrike" u="none">
              <a:solidFill>
                <a:srgbClr val="ffffff"/>
              </a:solidFill>
              <a:effectLst/>
              <a:uFillTx/>
              <a:latin typeface="Arial"/>
            </a:endParaRPr>
          </a:p>
        </p:txBody>
      </p:sp>
      <p:sp>
        <p:nvSpPr>
          <p:cNvPr id="30" name="Google Shape;11;p1"/>
          <p:cNvSpPr/>
          <p:nvPr/>
        </p:nvSpPr>
        <p:spPr>
          <a:xfrm>
            <a:off x="0" y="4750560"/>
            <a:ext cx="9143640" cy="49320"/>
          </a:xfrm>
          <a:prstGeom prst="rect">
            <a:avLst/>
          </a:prstGeom>
          <a:solidFill>
            <a:schemeClr val="accent1"/>
          </a:solidFill>
          <a:ln w="0">
            <a:noFill/>
          </a:ln>
        </p:spPr>
        <p:style>
          <a:lnRef idx="0"/>
          <a:fillRef idx="0"/>
          <a:effectRef idx="0"/>
          <a:fontRef idx="minor"/>
        </p:style>
        <p:txBody>
          <a:bodyPr lIns="68400" rIns="68400" tIns="24840" bIns="24840" anchor="t">
            <a:noAutofit/>
          </a:bodyPr>
          <a:p>
            <a:pPr>
              <a:lnSpc>
                <a:spcPct val="100000"/>
              </a:lnSpc>
              <a:tabLst>
                <a:tab algn="l" pos="0"/>
              </a:tabLst>
            </a:pPr>
            <a:endParaRPr b="0" lang="es-ES" sz="1400" strike="noStrike" u="none">
              <a:solidFill>
                <a:srgbClr val="ffffff"/>
              </a:solidFill>
              <a:effectLst/>
              <a:uFillTx/>
              <a:latin typeface="Arial"/>
            </a:endParaRPr>
          </a:p>
        </p:txBody>
      </p:sp>
      <p:cxnSp>
        <p:nvCxnSpPr>
          <p:cNvPr id="31" name="Google Shape;17;p1"/>
          <p:cNvCxnSpPr/>
          <p:nvPr/>
        </p:nvCxnSpPr>
        <p:spPr>
          <a:xfrm>
            <a:off x="894960" y="1303200"/>
            <a:ext cx="7475400" cy="360"/>
          </a:xfrm>
          <a:prstGeom prst="straightConnector1">
            <a:avLst/>
          </a:prstGeom>
          <a:ln w="7150">
            <a:solidFill>
              <a:srgbClr val="7f7f7f"/>
            </a:solidFill>
            <a:round/>
          </a:ln>
        </p:spPr>
      </p:cxnSp>
      <p:sp>
        <p:nvSpPr>
          <p:cNvPr id="32" name="PlaceHolder 1"/>
          <p:cNvSpPr>
            <a:spLocks noGrp="1"/>
          </p:cNvSpPr>
          <p:nvPr>
            <p:ph type="title"/>
          </p:nvPr>
        </p:nvSpPr>
        <p:spPr>
          <a:xfrm>
            <a:off x="822960" y="214920"/>
            <a:ext cx="7543440" cy="1087920"/>
          </a:xfrm>
          <a:prstGeom prst="rect">
            <a:avLst/>
          </a:prstGeom>
          <a:noFill/>
          <a:ln w="0">
            <a:noFill/>
          </a:ln>
        </p:spPr>
        <p:txBody>
          <a:bodyPr lIns="68400" rIns="68400" tIns="34200" bIns="34200" anchor="b">
            <a:normAutofit lnSpcReduction="9999"/>
          </a:bodyPr>
          <a:p>
            <a:pPr indent="0">
              <a:buNone/>
            </a:pPr>
            <a:r>
              <a:rPr b="0" lang="es-ES" sz="3600" strike="noStrike" u="none">
                <a:solidFill>
                  <a:srgbClr val="000000"/>
                </a:solidFill>
                <a:effectLst/>
                <a:uFillTx/>
                <a:latin typeface="Arial"/>
              </a:rPr>
              <a:t>Pulse para editar el formato del texto de título</a:t>
            </a:r>
            <a:endParaRPr b="0" lang="es-ES" sz="3600" strike="noStrike" u="none">
              <a:solidFill>
                <a:srgbClr val="000000"/>
              </a:solidFill>
              <a:effectLst/>
              <a:uFillTx/>
              <a:latin typeface="Arial"/>
            </a:endParaRPr>
          </a:p>
        </p:txBody>
      </p:sp>
      <p:sp>
        <p:nvSpPr>
          <p:cNvPr id="33" name="PlaceHolder 2"/>
          <p:cNvSpPr>
            <a:spLocks noGrp="1"/>
          </p:cNvSpPr>
          <p:nvPr>
            <p:ph type="body"/>
          </p:nvPr>
        </p:nvSpPr>
        <p:spPr>
          <a:xfrm>
            <a:off x="822960" y="1384200"/>
            <a:ext cx="7543440" cy="3017160"/>
          </a:xfrm>
          <a:prstGeom prst="rect">
            <a:avLst/>
          </a:prstGeom>
          <a:noFill/>
          <a:ln w="0">
            <a:noFill/>
          </a:ln>
        </p:spPr>
        <p:txBody>
          <a:bodyPr lIns="0" rIns="0" tIns="34200" bIns="34200" anchor="t">
            <a:normAutofit/>
          </a:bodyPr>
          <a:p>
            <a:pPr marL="432000" indent="-324000">
              <a:spcBef>
                <a:spcPts val="1417"/>
              </a:spcBef>
              <a:buClr>
                <a:srgbClr val="000000"/>
              </a:buClr>
              <a:buSzPct val="45000"/>
              <a:buFont typeface="Wingdings" charset="2"/>
              <a:buChar char=""/>
            </a:pPr>
            <a:r>
              <a:rPr b="0" lang="es-ES" sz="1500" strike="noStrike" u="none">
                <a:solidFill>
                  <a:srgbClr val="000000"/>
                </a:solidFill>
                <a:effectLst/>
                <a:uFillTx/>
                <a:latin typeface="Arial"/>
              </a:rPr>
              <a:t>Pulse para editar el formato de texto del esquema</a:t>
            </a:r>
            <a:endParaRPr b="0" lang="es-ES" sz="15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ES" sz="1500" strike="noStrike" u="none">
                <a:solidFill>
                  <a:srgbClr val="000000"/>
                </a:solidFill>
                <a:effectLst/>
                <a:uFillTx/>
                <a:latin typeface="Arial"/>
              </a:rPr>
              <a:t>Segundo nivel del esquema</a:t>
            </a:r>
            <a:endParaRPr b="0" lang="es-ES" sz="15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ES" sz="1500" strike="noStrike" u="none">
                <a:solidFill>
                  <a:srgbClr val="000000"/>
                </a:solidFill>
                <a:effectLst/>
                <a:uFillTx/>
                <a:latin typeface="Arial"/>
              </a:rPr>
              <a:t>Tercer nivel del esquema</a:t>
            </a:r>
            <a:endParaRPr b="0" lang="es-ES" sz="15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ES" sz="1500" strike="noStrike" u="none">
                <a:solidFill>
                  <a:srgbClr val="000000"/>
                </a:solidFill>
                <a:effectLst/>
                <a:uFillTx/>
                <a:latin typeface="Arial"/>
              </a:rPr>
              <a:t>Cuarto nivel del esquema</a:t>
            </a:r>
            <a:endParaRPr b="0" lang="es-ES" sz="15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Quinto nivel del esquema</a:t>
            </a:r>
            <a:endParaRPr b="0" lang="es-ES" sz="15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Sexto nivel del esquema</a:t>
            </a:r>
            <a:endParaRPr b="0" lang="es-ES" sz="15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Séptimo nivel del esquema</a:t>
            </a:r>
            <a:endParaRPr b="0" lang="es-ES" sz="1500" strike="noStrike" u="none">
              <a:solidFill>
                <a:srgbClr val="000000"/>
              </a:solidFill>
              <a:effectLst/>
              <a:uFillTx/>
              <a:latin typeface="Arial"/>
            </a:endParaRPr>
          </a:p>
        </p:txBody>
      </p:sp>
      <p:sp>
        <p:nvSpPr>
          <p:cNvPr id="34" name="PlaceHolder 3"/>
          <p:cNvSpPr>
            <a:spLocks noGrp="1"/>
          </p:cNvSpPr>
          <p:nvPr>
            <p:ph type="dt" idx="10"/>
          </p:nvPr>
        </p:nvSpPr>
        <p:spPr>
          <a:xfrm>
            <a:off x="822960" y="4844880"/>
            <a:ext cx="1854000" cy="273600"/>
          </a:xfrm>
          <a:prstGeom prst="rect">
            <a:avLst/>
          </a:prstGeom>
          <a:noFill/>
          <a:ln w="0">
            <a:noFill/>
          </a:ln>
        </p:spPr>
        <p:txBody>
          <a:bodyPr lIns="68400" rIns="68400" tIns="34200" bIns="34200" anchor="ctr">
            <a:noAutofit/>
          </a:bodyPr>
          <a:lstStyle>
            <a:lvl1pPr indent="0">
              <a:buNone/>
              <a:defRPr b="0" lang="es-ES" sz="1400" strike="noStrike" u="none">
                <a:solidFill>
                  <a:srgbClr val="000000"/>
                </a:solidFill>
                <a:effectLst/>
                <a:uFillTx/>
                <a:latin typeface="Times New Roman"/>
              </a:defRPr>
            </a:lvl1pPr>
          </a:lstStyle>
          <a:p>
            <a:pPr indent="0">
              <a:buNone/>
            </a:pPr>
            <a:r>
              <a:rPr b="0" lang="es-ES" sz="1400" strike="noStrike" u="none">
                <a:solidFill>
                  <a:srgbClr val="000000"/>
                </a:solidFill>
                <a:effectLst/>
                <a:uFillTx/>
                <a:latin typeface="Times New Roman"/>
              </a:rPr>
              <a:t>&lt;fecha/hora&gt;</a:t>
            </a:r>
            <a:endParaRPr b="0" lang="es-ES" sz="1400" strike="noStrike" u="none">
              <a:solidFill>
                <a:srgbClr val="000000"/>
              </a:solidFill>
              <a:effectLst/>
              <a:uFillTx/>
              <a:latin typeface="Times New Roman"/>
            </a:endParaRPr>
          </a:p>
        </p:txBody>
      </p:sp>
      <p:sp>
        <p:nvSpPr>
          <p:cNvPr id="35" name="PlaceHolder 4"/>
          <p:cNvSpPr>
            <a:spLocks noGrp="1"/>
          </p:cNvSpPr>
          <p:nvPr>
            <p:ph type="ftr" idx="11"/>
          </p:nvPr>
        </p:nvSpPr>
        <p:spPr>
          <a:xfrm>
            <a:off x="2764800" y="4844880"/>
            <a:ext cx="3616920" cy="273600"/>
          </a:xfrm>
          <a:prstGeom prst="rect">
            <a:avLst/>
          </a:prstGeom>
          <a:noFill/>
          <a:ln w="0">
            <a:noFill/>
          </a:ln>
        </p:spPr>
        <p:txBody>
          <a:bodyPr lIns="68400" rIns="68400" tIns="34200" bIns="34200" anchor="ctr">
            <a:noAutofit/>
          </a:bodyPr>
          <a:lstStyle>
            <a:lvl1pPr indent="0" algn="ctr">
              <a:buNone/>
              <a:defRPr b="0" lang="es-ES" sz="1400" strike="noStrike" u="none">
                <a:solidFill>
                  <a:srgbClr val="000000"/>
                </a:solidFill>
                <a:effectLst/>
                <a:uFillTx/>
                <a:latin typeface="Times New Roman"/>
              </a:defRPr>
            </a:lvl1pPr>
          </a:lstStyle>
          <a:p>
            <a:pPr indent="0" algn="ctr">
              <a:buNone/>
            </a:pPr>
            <a:r>
              <a:rPr b="0" lang="es-ES" sz="1400" strike="noStrike" u="none">
                <a:solidFill>
                  <a:srgbClr val="000000"/>
                </a:solidFill>
                <a:effectLst/>
                <a:uFillTx/>
                <a:latin typeface="Times New Roman"/>
              </a:rPr>
              <a:t>&lt;pie de página&gt;</a:t>
            </a:r>
            <a:endParaRPr b="0" lang="es-ES" sz="1400" strike="noStrike" u="none">
              <a:solidFill>
                <a:srgbClr val="000000"/>
              </a:solidFill>
              <a:effectLst/>
              <a:uFillTx/>
              <a:latin typeface="Times New Roman"/>
            </a:endParaRPr>
          </a:p>
        </p:txBody>
      </p:sp>
      <p:sp>
        <p:nvSpPr>
          <p:cNvPr id="36" name="PlaceHolder 5"/>
          <p:cNvSpPr>
            <a:spLocks noGrp="1"/>
          </p:cNvSpPr>
          <p:nvPr>
            <p:ph type="sldNum" idx="12"/>
          </p:nvPr>
        </p:nvSpPr>
        <p:spPr>
          <a:xfrm>
            <a:off x="7425360" y="4844880"/>
            <a:ext cx="983520" cy="27360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ca-ES" sz="790" strike="noStrike" u="none">
                <a:solidFill>
                  <a:srgbClr val="ffffff"/>
                </a:solidFill>
                <a:effectLst/>
                <a:uFillTx/>
                <a:latin typeface="Calibri"/>
                <a:ea typeface="Calibri"/>
              </a:defRPr>
            </a:lvl1pPr>
          </a:lstStyle>
          <a:p>
            <a:pPr indent="0" algn="r">
              <a:lnSpc>
                <a:spcPct val="100000"/>
              </a:lnSpc>
              <a:buNone/>
              <a:tabLst>
                <a:tab algn="l" pos="0"/>
              </a:tabLst>
            </a:pPr>
            <a:fld id="{7488A3A9-9ABE-4043-8E51-2C43284913F7}" type="slidenum">
              <a:rPr b="0" lang="ca-ES" sz="790" strike="noStrike" u="none">
                <a:solidFill>
                  <a:srgbClr val="ffffff"/>
                </a:solidFill>
                <a:effectLst/>
                <a:uFillTx/>
                <a:latin typeface="Calibri"/>
                <a:ea typeface="Calibri"/>
              </a:rPr>
              <a:t>&lt;número&gt;</a:t>
            </a:fld>
            <a:endParaRPr b="0" lang="es-ES" sz="79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37" name="Google Shape;10;p1" hidden="1"/>
          <p:cNvSpPr/>
          <p:nvPr/>
        </p:nvSpPr>
        <p:spPr>
          <a:xfrm>
            <a:off x="0" y="4800600"/>
            <a:ext cx="9143640" cy="342720"/>
          </a:xfrm>
          <a:prstGeom prst="rect">
            <a:avLst/>
          </a:prstGeom>
          <a:solidFill>
            <a:schemeClr val="accent2"/>
          </a:solidFill>
          <a:ln w="0">
            <a:noFill/>
          </a:ln>
        </p:spPr>
        <p:style>
          <a:lnRef idx="0"/>
          <a:fillRef idx="0"/>
          <a:effectRef idx="0"/>
          <a:fontRef idx="minor"/>
        </p:style>
        <p:txBody>
          <a:bodyPr lIns="68400" rIns="68400" tIns="34200" bIns="34200" anchor="t">
            <a:noAutofit/>
          </a:bodyPr>
          <a:p>
            <a:pPr>
              <a:lnSpc>
                <a:spcPct val="100000"/>
              </a:lnSpc>
              <a:tabLst>
                <a:tab algn="l" pos="0"/>
              </a:tabLst>
            </a:pPr>
            <a:endParaRPr b="0" lang="es-ES" sz="1400" strike="noStrike" u="none">
              <a:solidFill>
                <a:srgbClr val="ffffff"/>
              </a:solidFill>
              <a:effectLst/>
              <a:uFillTx/>
              <a:latin typeface="Arial"/>
            </a:endParaRPr>
          </a:p>
        </p:txBody>
      </p:sp>
      <p:sp>
        <p:nvSpPr>
          <p:cNvPr id="38" name="Google Shape;11;p1" hidden="1"/>
          <p:cNvSpPr/>
          <p:nvPr/>
        </p:nvSpPr>
        <p:spPr>
          <a:xfrm>
            <a:off x="0" y="4750560"/>
            <a:ext cx="9143640" cy="49320"/>
          </a:xfrm>
          <a:prstGeom prst="rect">
            <a:avLst/>
          </a:prstGeom>
          <a:solidFill>
            <a:schemeClr val="accent1"/>
          </a:solidFill>
          <a:ln w="0">
            <a:noFill/>
          </a:ln>
        </p:spPr>
        <p:style>
          <a:lnRef idx="0"/>
          <a:fillRef idx="0"/>
          <a:effectRef idx="0"/>
          <a:fontRef idx="minor"/>
        </p:style>
        <p:txBody>
          <a:bodyPr lIns="68400" rIns="68400" tIns="24840" bIns="24840" anchor="t">
            <a:noAutofit/>
          </a:bodyPr>
          <a:p>
            <a:pPr>
              <a:lnSpc>
                <a:spcPct val="100000"/>
              </a:lnSpc>
              <a:tabLst>
                <a:tab algn="l" pos="0"/>
              </a:tabLst>
            </a:pPr>
            <a:endParaRPr b="0" lang="es-ES" sz="1400" strike="noStrike" u="none">
              <a:solidFill>
                <a:srgbClr val="ffffff"/>
              </a:solidFill>
              <a:effectLst/>
              <a:uFillTx/>
              <a:latin typeface="Arial"/>
            </a:endParaRPr>
          </a:p>
        </p:txBody>
      </p:sp>
      <p:cxnSp>
        <p:nvCxnSpPr>
          <p:cNvPr id="39" name="Google Shape;17;p1"/>
          <p:cNvCxnSpPr/>
          <p:nvPr/>
        </p:nvCxnSpPr>
        <p:spPr>
          <a:xfrm>
            <a:off x="894960" y="1303200"/>
            <a:ext cx="7475400" cy="360"/>
          </a:xfrm>
          <a:prstGeom prst="straightConnector1">
            <a:avLst/>
          </a:prstGeom>
          <a:ln w="7150">
            <a:solidFill>
              <a:srgbClr val="7f7f7f"/>
            </a:solidFill>
            <a:round/>
          </a:ln>
        </p:spPr>
      </p:cxnSp>
      <p:sp>
        <p:nvSpPr>
          <p:cNvPr id="40" name="Google Shape;34;p4"/>
          <p:cNvSpPr/>
          <p:nvPr/>
        </p:nvSpPr>
        <p:spPr>
          <a:xfrm>
            <a:off x="2520" y="4800600"/>
            <a:ext cx="9141120" cy="342720"/>
          </a:xfrm>
          <a:prstGeom prst="rect">
            <a:avLst/>
          </a:prstGeom>
          <a:solidFill>
            <a:schemeClr val="accent2"/>
          </a:solidFill>
          <a:ln w="0">
            <a:noFill/>
          </a:ln>
        </p:spPr>
        <p:style>
          <a:lnRef idx="0"/>
          <a:fillRef idx="0"/>
          <a:effectRef idx="0"/>
          <a:fontRef idx="minor"/>
        </p:style>
        <p:txBody>
          <a:bodyPr lIns="68400" rIns="68400" tIns="68400" bIns="6840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41" name="Google Shape;35;p4"/>
          <p:cNvSpPr/>
          <p:nvPr/>
        </p:nvSpPr>
        <p:spPr>
          <a:xfrm>
            <a:off x="0" y="4750560"/>
            <a:ext cx="9141120" cy="47520"/>
          </a:xfrm>
          <a:prstGeom prst="rect">
            <a:avLst/>
          </a:prstGeom>
          <a:solidFill>
            <a:schemeClr val="accent1"/>
          </a:solidFill>
          <a:ln w="0">
            <a:noFill/>
          </a:ln>
        </p:spPr>
        <p:style>
          <a:lnRef idx="0"/>
          <a:fillRef idx="0"/>
          <a:effectRef idx="0"/>
          <a:fontRef idx="minor"/>
        </p:style>
        <p:txBody>
          <a:bodyPr lIns="68400" rIns="68400" tIns="23760" bIns="2376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42" name="PlaceHolder 1"/>
          <p:cNvSpPr>
            <a:spLocks noGrp="1"/>
          </p:cNvSpPr>
          <p:nvPr>
            <p:ph type="title"/>
          </p:nvPr>
        </p:nvSpPr>
        <p:spPr>
          <a:xfrm>
            <a:off x="822960" y="569160"/>
            <a:ext cx="7543440" cy="2674080"/>
          </a:xfrm>
          <a:prstGeom prst="rect">
            <a:avLst/>
          </a:prstGeom>
          <a:noFill/>
          <a:ln w="0">
            <a:noFill/>
          </a:ln>
        </p:spPr>
        <p:txBody>
          <a:bodyPr lIns="68400" rIns="68400" tIns="34200" bIns="34200" anchor="b">
            <a:normAutofit lnSpcReduction="9999"/>
          </a:bodyPr>
          <a:p>
            <a:pPr indent="0">
              <a:buNone/>
            </a:pPr>
            <a:r>
              <a:rPr b="0" lang="es-ES" sz="6000" strike="noStrike" u="none">
                <a:solidFill>
                  <a:srgbClr val="000000"/>
                </a:solidFill>
                <a:effectLst/>
                <a:uFillTx/>
                <a:latin typeface="Arial"/>
              </a:rPr>
              <a:t>Pulse para editar el formato del texto de título</a:t>
            </a:r>
            <a:endParaRPr b="0" lang="es-ES" sz="6000" strike="noStrike" u="none">
              <a:solidFill>
                <a:srgbClr val="000000"/>
              </a:solidFill>
              <a:effectLst/>
              <a:uFillTx/>
              <a:latin typeface="Arial"/>
            </a:endParaRPr>
          </a:p>
        </p:txBody>
      </p:sp>
      <p:sp>
        <p:nvSpPr>
          <p:cNvPr id="43" name="PlaceHolder 2"/>
          <p:cNvSpPr>
            <a:spLocks noGrp="1"/>
          </p:cNvSpPr>
          <p:nvPr>
            <p:ph type="body"/>
          </p:nvPr>
        </p:nvSpPr>
        <p:spPr>
          <a:xfrm>
            <a:off x="822960" y="3339720"/>
            <a:ext cx="7543440" cy="857160"/>
          </a:xfrm>
          <a:prstGeom prst="rect">
            <a:avLst/>
          </a:prstGeom>
          <a:noFill/>
          <a:ln w="0">
            <a:noFill/>
          </a:ln>
        </p:spPr>
        <p:txBody>
          <a:bodyPr lIns="68400" rIns="68400" tIns="34200" bIns="34200" anchor="t">
            <a:normAutofit fontScale="25000" lnSpcReduction="19999"/>
          </a:bodyPr>
          <a:p>
            <a:pPr marL="432000" indent="-324000">
              <a:spcBef>
                <a:spcPts val="1417"/>
              </a:spcBef>
              <a:buClr>
                <a:srgbClr val="000000"/>
              </a:buClr>
              <a:buSzPct val="45000"/>
              <a:buFont typeface="Wingdings" charset="2"/>
              <a:buChar char=""/>
            </a:pPr>
            <a:r>
              <a:rPr b="0" lang="es-ES" sz="1800" strike="noStrike" u="none">
                <a:solidFill>
                  <a:srgbClr val="000000"/>
                </a:solidFill>
                <a:effectLst/>
                <a:uFillTx/>
                <a:latin typeface="Arial"/>
              </a:rPr>
              <a:t>Pulse para editar el formato de texto del esquema</a:t>
            </a:r>
            <a:endParaRPr b="0" lang="es-E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ES" sz="1800" strike="noStrike" u="none">
                <a:solidFill>
                  <a:srgbClr val="000000"/>
                </a:solidFill>
                <a:effectLst/>
                <a:uFillTx/>
                <a:latin typeface="Arial"/>
              </a:rPr>
              <a:t>Segundo nivel del esquema</a:t>
            </a:r>
            <a:endParaRPr b="0" lang="es-E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ES" sz="1800" strike="noStrike" u="none">
                <a:solidFill>
                  <a:srgbClr val="000000"/>
                </a:solidFill>
                <a:effectLst/>
                <a:uFillTx/>
                <a:latin typeface="Arial"/>
              </a:rPr>
              <a:t>Tercer nivel del esquema</a:t>
            </a:r>
            <a:endParaRPr b="0" lang="es-E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ES" sz="1800" strike="noStrike" u="none">
                <a:solidFill>
                  <a:srgbClr val="000000"/>
                </a:solidFill>
                <a:effectLst/>
                <a:uFillTx/>
                <a:latin typeface="Arial"/>
              </a:rPr>
              <a:t>Cuarto nivel del esquema</a:t>
            </a:r>
            <a:endParaRPr b="0" lang="es-E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ES" sz="1800" strike="noStrike" u="none">
                <a:solidFill>
                  <a:srgbClr val="000000"/>
                </a:solidFill>
                <a:effectLst/>
                <a:uFillTx/>
                <a:latin typeface="Arial"/>
              </a:rPr>
              <a:t>Quinto nivel del esquema</a:t>
            </a:r>
            <a:endParaRPr b="0" lang="es-E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ES" sz="1800" strike="noStrike" u="none">
                <a:solidFill>
                  <a:srgbClr val="000000"/>
                </a:solidFill>
                <a:effectLst/>
                <a:uFillTx/>
                <a:latin typeface="Arial"/>
              </a:rPr>
              <a:t>Sexto nivel del esquema</a:t>
            </a:r>
            <a:endParaRPr b="0" lang="es-E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ES" sz="1800" strike="noStrike" u="none">
                <a:solidFill>
                  <a:srgbClr val="000000"/>
                </a:solidFill>
                <a:effectLst/>
                <a:uFillTx/>
                <a:latin typeface="Arial"/>
              </a:rPr>
              <a:t>Séptimo nivel del esquema</a:t>
            </a:r>
            <a:endParaRPr b="0" lang="es-ES" sz="1800" strike="noStrike" u="none">
              <a:solidFill>
                <a:srgbClr val="000000"/>
              </a:solidFill>
              <a:effectLst/>
              <a:uFillTx/>
              <a:latin typeface="Arial"/>
            </a:endParaRPr>
          </a:p>
        </p:txBody>
      </p:sp>
      <p:sp>
        <p:nvSpPr>
          <p:cNvPr id="44" name="PlaceHolder 3"/>
          <p:cNvSpPr>
            <a:spLocks noGrp="1"/>
          </p:cNvSpPr>
          <p:nvPr>
            <p:ph type="dt" idx="13"/>
          </p:nvPr>
        </p:nvSpPr>
        <p:spPr>
          <a:xfrm>
            <a:off x="822960" y="4844880"/>
            <a:ext cx="1854000" cy="273600"/>
          </a:xfrm>
          <a:prstGeom prst="rect">
            <a:avLst/>
          </a:prstGeom>
          <a:noFill/>
          <a:ln w="0">
            <a:noFill/>
          </a:ln>
        </p:spPr>
        <p:txBody>
          <a:bodyPr lIns="68400" rIns="68400" tIns="34200" bIns="34200" anchor="ctr">
            <a:noAutofit/>
          </a:bodyPr>
          <a:lstStyle>
            <a:lvl1pPr indent="0">
              <a:buNone/>
              <a:defRPr b="0" lang="es-ES" sz="1400" strike="noStrike" u="none">
                <a:solidFill>
                  <a:srgbClr val="000000"/>
                </a:solidFill>
                <a:effectLst/>
                <a:uFillTx/>
                <a:latin typeface="Times New Roman"/>
              </a:defRPr>
            </a:lvl1pPr>
          </a:lstStyle>
          <a:p>
            <a:pPr indent="0">
              <a:buNone/>
            </a:pPr>
            <a:r>
              <a:rPr b="0" lang="es-ES" sz="1400" strike="noStrike" u="none">
                <a:solidFill>
                  <a:srgbClr val="000000"/>
                </a:solidFill>
                <a:effectLst/>
                <a:uFillTx/>
                <a:latin typeface="Times New Roman"/>
              </a:rPr>
              <a:t>&lt;fecha/hora&gt;</a:t>
            </a:r>
            <a:endParaRPr b="0" lang="es-ES" sz="1400" strike="noStrike" u="none">
              <a:solidFill>
                <a:srgbClr val="000000"/>
              </a:solidFill>
              <a:effectLst/>
              <a:uFillTx/>
              <a:latin typeface="Times New Roman"/>
            </a:endParaRPr>
          </a:p>
        </p:txBody>
      </p:sp>
      <p:sp>
        <p:nvSpPr>
          <p:cNvPr id="45" name="PlaceHolder 4"/>
          <p:cNvSpPr>
            <a:spLocks noGrp="1"/>
          </p:cNvSpPr>
          <p:nvPr>
            <p:ph type="ftr" idx="14"/>
          </p:nvPr>
        </p:nvSpPr>
        <p:spPr>
          <a:xfrm>
            <a:off x="2764800" y="4844880"/>
            <a:ext cx="3616920" cy="273600"/>
          </a:xfrm>
          <a:prstGeom prst="rect">
            <a:avLst/>
          </a:prstGeom>
          <a:noFill/>
          <a:ln w="0">
            <a:noFill/>
          </a:ln>
        </p:spPr>
        <p:txBody>
          <a:bodyPr lIns="68400" rIns="68400" tIns="34200" bIns="34200" anchor="ctr">
            <a:noAutofit/>
          </a:bodyPr>
          <a:lstStyle>
            <a:lvl1pPr indent="0" algn="ctr">
              <a:buNone/>
              <a:defRPr b="0" lang="es-ES" sz="1400" strike="noStrike" u="none">
                <a:solidFill>
                  <a:srgbClr val="000000"/>
                </a:solidFill>
                <a:effectLst/>
                <a:uFillTx/>
                <a:latin typeface="Times New Roman"/>
              </a:defRPr>
            </a:lvl1pPr>
          </a:lstStyle>
          <a:p>
            <a:pPr indent="0" algn="ctr">
              <a:buNone/>
            </a:pPr>
            <a:r>
              <a:rPr b="0" lang="es-ES" sz="1400" strike="noStrike" u="none">
                <a:solidFill>
                  <a:srgbClr val="000000"/>
                </a:solidFill>
                <a:effectLst/>
                <a:uFillTx/>
                <a:latin typeface="Times New Roman"/>
              </a:rPr>
              <a:t>&lt;pie de página&gt;</a:t>
            </a:r>
            <a:endParaRPr b="0" lang="es-ES" sz="1400" strike="noStrike" u="none">
              <a:solidFill>
                <a:srgbClr val="000000"/>
              </a:solidFill>
              <a:effectLst/>
              <a:uFillTx/>
              <a:latin typeface="Times New Roman"/>
            </a:endParaRPr>
          </a:p>
        </p:txBody>
      </p:sp>
      <p:sp>
        <p:nvSpPr>
          <p:cNvPr id="46" name="PlaceHolder 5"/>
          <p:cNvSpPr>
            <a:spLocks noGrp="1"/>
          </p:cNvSpPr>
          <p:nvPr>
            <p:ph type="sldNum" idx="15"/>
          </p:nvPr>
        </p:nvSpPr>
        <p:spPr>
          <a:xfrm>
            <a:off x="7425360" y="4844880"/>
            <a:ext cx="983520" cy="27360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ca-ES" sz="790" strike="noStrike" u="none">
                <a:solidFill>
                  <a:srgbClr val="ffffff"/>
                </a:solidFill>
                <a:effectLst/>
                <a:uFillTx/>
                <a:latin typeface="Calibri"/>
                <a:ea typeface="Calibri"/>
              </a:defRPr>
            </a:lvl1pPr>
          </a:lstStyle>
          <a:p>
            <a:pPr indent="0" algn="r">
              <a:lnSpc>
                <a:spcPct val="100000"/>
              </a:lnSpc>
              <a:buNone/>
              <a:tabLst>
                <a:tab algn="l" pos="0"/>
              </a:tabLst>
            </a:pPr>
            <a:fld id="{49FBF2EF-D39A-42E0-B235-2CC187097BC4}" type="slidenum">
              <a:rPr b="0" lang="ca-ES" sz="790" strike="noStrike" u="none">
                <a:solidFill>
                  <a:srgbClr val="ffffff"/>
                </a:solidFill>
                <a:effectLst/>
                <a:uFillTx/>
                <a:latin typeface="Calibri"/>
                <a:ea typeface="Calibri"/>
              </a:rPr>
              <a:t>&lt;número&gt;</a:t>
            </a:fld>
            <a:endParaRPr b="0" lang="es-ES" sz="790" strike="noStrike" u="none">
              <a:solidFill>
                <a:srgbClr val="000000"/>
              </a:solidFill>
              <a:effectLst/>
              <a:uFillTx/>
              <a:latin typeface="Times New Roman"/>
            </a:endParaRPr>
          </a:p>
        </p:txBody>
      </p:sp>
      <p:cxnSp>
        <p:nvCxnSpPr>
          <p:cNvPr id="47" name="Google Shape;41;p4"/>
          <p:cNvCxnSpPr/>
          <p:nvPr/>
        </p:nvCxnSpPr>
        <p:spPr>
          <a:xfrm>
            <a:off x="905400" y="3257280"/>
            <a:ext cx="7407360" cy="360"/>
          </a:xfrm>
          <a:prstGeom prst="straightConnector1">
            <a:avLst/>
          </a:prstGeom>
          <a:ln w="7150">
            <a:solidFill>
              <a:srgbClr val="7f7f7f"/>
            </a:solidFill>
            <a:round/>
          </a:ln>
        </p:spPr>
      </p:cxn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bg>
      <p:bgPr>
        <a:solidFill>
          <a:schemeClr val="lt1"/>
        </a:solidFill>
      </p:bgPr>
    </p:bg>
    <p:spTree>
      <p:nvGrpSpPr>
        <p:cNvPr id="1" name=""/>
        <p:cNvGrpSpPr/>
        <p:nvPr/>
      </p:nvGrpSpPr>
      <p:grpSpPr>
        <a:xfrm>
          <a:off x="0" y="0"/>
          <a:ext cx="0" cy="0"/>
          <a:chOff x="0" y="0"/>
          <a:chExt cx="0" cy="0"/>
        </a:xfrm>
      </p:grpSpPr>
      <p:sp>
        <p:nvSpPr>
          <p:cNvPr id="48" name="Google Shape;10;p1"/>
          <p:cNvSpPr/>
          <p:nvPr/>
        </p:nvSpPr>
        <p:spPr>
          <a:xfrm>
            <a:off x="0" y="4800600"/>
            <a:ext cx="9143640" cy="342720"/>
          </a:xfrm>
          <a:prstGeom prst="rect">
            <a:avLst/>
          </a:prstGeom>
          <a:solidFill>
            <a:schemeClr val="accent2"/>
          </a:solidFill>
          <a:ln w="0">
            <a:noFill/>
          </a:ln>
        </p:spPr>
        <p:style>
          <a:lnRef idx="0"/>
          <a:fillRef idx="0"/>
          <a:effectRef idx="0"/>
          <a:fontRef idx="minor"/>
        </p:style>
        <p:txBody>
          <a:bodyPr lIns="68400" rIns="68400" tIns="34200" bIns="34200" anchor="t">
            <a:noAutofit/>
          </a:bodyPr>
          <a:p>
            <a:pPr>
              <a:lnSpc>
                <a:spcPct val="100000"/>
              </a:lnSpc>
              <a:tabLst>
                <a:tab algn="l" pos="0"/>
              </a:tabLst>
            </a:pPr>
            <a:endParaRPr b="0" lang="es-ES" sz="1400" strike="noStrike" u="none">
              <a:solidFill>
                <a:srgbClr val="ffffff"/>
              </a:solidFill>
              <a:effectLst/>
              <a:uFillTx/>
              <a:latin typeface="Arial"/>
            </a:endParaRPr>
          </a:p>
        </p:txBody>
      </p:sp>
      <p:sp>
        <p:nvSpPr>
          <p:cNvPr id="49" name="Google Shape;11;p1"/>
          <p:cNvSpPr/>
          <p:nvPr/>
        </p:nvSpPr>
        <p:spPr>
          <a:xfrm>
            <a:off x="0" y="4750560"/>
            <a:ext cx="9143640" cy="49320"/>
          </a:xfrm>
          <a:prstGeom prst="rect">
            <a:avLst/>
          </a:prstGeom>
          <a:solidFill>
            <a:schemeClr val="accent1"/>
          </a:solidFill>
          <a:ln w="0">
            <a:noFill/>
          </a:ln>
        </p:spPr>
        <p:style>
          <a:lnRef idx="0"/>
          <a:fillRef idx="0"/>
          <a:effectRef idx="0"/>
          <a:fontRef idx="minor"/>
        </p:style>
        <p:txBody>
          <a:bodyPr lIns="68400" rIns="68400" tIns="24840" bIns="24840" anchor="t">
            <a:noAutofit/>
          </a:bodyPr>
          <a:p>
            <a:pPr>
              <a:lnSpc>
                <a:spcPct val="100000"/>
              </a:lnSpc>
              <a:tabLst>
                <a:tab algn="l" pos="0"/>
              </a:tabLst>
            </a:pPr>
            <a:endParaRPr b="0" lang="es-ES" sz="1400" strike="noStrike" u="none">
              <a:solidFill>
                <a:srgbClr val="ffffff"/>
              </a:solidFill>
              <a:effectLst/>
              <a:uFillTx/>
              <a:latin typeface="Arial"/>
            </a:endParaRPr>
          </a:p>
        </p:txBody>
      </p:sp>
      <p:cxnSp>
        <p:nvCxnSpPr>
          <p:cNvPr id="50" name="Google Shape;17;p1"/>
          <p:cNvCxnSpPr/>
          <p:nvPr/>
        </p:nvCxnSpPr>
        <p:spPr>
          <a:xfrm>
            <a:off x="894960" y="1303200"/>
            <a:ext cx="7475400" cy="360"/>
          </a:xfrm>
          <a:prstGeom prst="straightConnector1">
            <a:avLst/>
          </a:prstGeom>
          <a:ln w="7150">
            <a:solidFill>
              <a:srgbClr val="7f7f7f"/>
            </a:solidFill>
            <a:round/>
          </a:ln>
        </p:spPr>
      </p:cxnSp>
      <p:sp>
        <p:nvSpPr>
          <p:cNvPr id="51" name="PlaceHolder 1"/>
          <p:cNvSpPr>
            <a:spLocks noGrp="1"/>
          </p:cNvSpPr>
          <p:nvPr>
            <p:ph type="title"/>
          </p:nvPr>
        </p:nvSpPr>
        <p:spPr>
          <a:xfrm>
            <a:off x="822960" y="214920"/>
            <a:ext cx="7543440" cy="1087920"/>
          </a:xfrm>
          <a:prstGeom prst="rect">
            <a:avLst/>
          </a:prstGeom>
          <a:noFill/>
          <a:ln w="0">
            <a:noFill/>
          </a:ln>
        </p:spPr>
        <p:txBody>
          <a:bodyPr lIns="68400" rIns="68400" tIns="34200" bIns="34200" anchor="b">
            <a:normAutofit lnSpcReduction="9999"/>
          </a:bodyPr>
          <a:p>
            <a:pPr indent="0">
              <a:buNone/>
            </a:pPr>
            <a:r>
              <a:rPr b="0" lang="es-ES" sz="3600" strike="noStrike" u="none">
                <a:solidFill>
                  <a:srgbClr val="000000"/>
                </a:solidFill>
                <a:effectLst/>
                <a:uFillTx/>
                <a:latin typeface="Arial"/>
              </a:rPr>
              <a:t>Pulse para editar el formato del texto de título</a:t>
            </a:r>
            <a:endParaRPr b="0" lang="es-ES" sz="3600" strike="noStrike" u="none">
              <a:solidFill>
                <a:srgbClr val="000000"/>
              </a:solidFill>
              <a:effectLst/>
              <a:uFillTx/>
              <a:latin typeface="Arial"/>
            </a:endParaRPr>
          </a:p>
        </p:txBody>
      </p:sp>
      <p:sp>
        <p:nvSpPr>
          <p:cNvPr id="52" name="PlaceHolder 2"/>
          <p:cNvSpPr>
            <a:spLocks noGrp="1"/>
          </p:cNvSpPr>
          <p:nvPr>
            <p:ph type="body"/>
          </p:nvPr>
        </p:nvSpPr>
        <p:spPr>
          <a:xfrm>
            <a:off x="822960" y="1384200"/>
            <a:ext cx="3702960" cy="3017160"/>
          </a:xfrm>
          <a:prstGeom prst="rect">
            <a:avLst/>
          </a:prstGeom>
          <a:noFill/>
          <a:ln w="0">
            <a:noFill/>
          </a:ln>
        </p:spPr>
        <p:txBody>
          <a:bodyPr lIns="0" rIns="0" tIns="34200" bIns="34200" anchor="t">
            <a:normAutofit fontScale="92500" lnSpcReduction="19999"/>
          </a:bodyPr>
          <a:p>
            <a:pPr marL="432000" indent="-324000">
              <a:spcBef>
                <a:spcPts val="1417"/>
              </a:spcBef>
              <a:buClr>
                <a:srgbClr val="000000"/>
              </a:buClr>
              <a:buSzPct val="45000"/>
              <a:buFont typeface="Wingdings" charset="2"/>
              <a:buChar char=""/>
            </a:pPr>
            <a:r>
              <a:rPr b="0" lang="es-ES" sz="1500" strike="noStrike" u="none">
                <a:solidFill>
                  <a:srgbClr val="000000"/>
                </a:solidFill>
                <a:effectLst/>
                <a:uFillTx/>
                <a:latin typeface="Arial"/>
              </a:rPr>
              <a:t>Pulse para editar el formato de texto del esquema</a:t>
            </a:r>
            <a:endParaRPr b="0" lang="es-ES" sz="15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ES" sz="1500" strike="noStrike" u="none">
                <a:solidFill>
                  <a:srgbClr val="000000"/>
                </a:solidFill>
                <a:effectLst/>
                <a:uFillTx/>
                <a:latin typeface="Arial"/>
              </a:rPr>
              <a:t>Segundo nivel del esquema</a:t>
            </a:r>
            <a:endParaRPr b="0" lang="es-ES" sz="15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ES" sz="1500" strike="noStrike" u="none">
                <a:solidFill>
                  <a:srgbClr val="000000"/>
                </a:solidFill>
                <a:effectLst/>
                <a:uFillTx/>
                <a:latin typeface="Arial"/>
              </a:rPr>
              <a:t>Tercer nivel del esquema</a:t>
            </a:r>
            <a:endParaRPr b="0" lang="es-ES" sz="15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ES" sz="1500" strike="noStrike" u="none">
                <a:solidFill>
                  <a:srgbClr val="000000"/>
                </a:solidFill>
                <a:effectLst/>
                <a:uFillTx/>
                <a:latin typeface="Arial"/>
              </a:rPr>
              <a:t>Cuarto nivel del esquema</a:t>
            </a:r>
            <a:endParaRPr b="0" lang="es-ES" sz="15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Quinto nivel del esquema</a:t>
            </a:r>
            <a:endParaRPr b="0" lang="es-ES" sz="15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Sexto nivel del esquema</a:t>
            </a:r>
            <a:endParaRPr b="0" lang="es-ES" sz="15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Séptimo nivel del esquema</a:t>
            </a:r>
            <a:endParaRPr b="0" lang="es-ES" sz="1500" strike="noStrike" u="none">
              <a:solidFill>
                <a:srgbClr val="000000"/>
              </a:solidFill>
              <a:effectLst/>
              <a:uFillTx/>
              <a:latin typeface="Arial"/>
            </a:endParaRPr>
          </a:p>
        </p:txBody>
      </p:sp>
      <p:sp>
        <p:nvSpPr>
          <p:cNvPr id="53" name="PlaceHolder 3"/>
          <p:cNvSpPr>
            <a:spLocks noGrp="1"/>
          </p:cNvSpPr>
          <p:nvPr>
            <p:ph type="body"/>
          </p:nvPr>
        </p:nvSpPr>
        <p:spPr>
          <a:xfrm>
            <a:off x="4663440" y="1384200"/>
            <a:ext cx="3702960" cy="3017160"/>
          </a:xfrm>
          <a:prstGeom prst="rect">
            <a:avLst/>
          </a:prstGeom>
          <a:noFill/>
          <a:ln w="0">
            <a:noFill/>
          </a:ln>
        </p:spPr>
        <p:txBody>
          <a:bodyPr lIns="0" rIns="0" tIns="34200" bIns="34200" anchor="t">
            <a:normAutofit fontScale="92500" lnSpcReduction="19999"/>
          </a:bodyPr>
          <a:p>
            <a:pPr marL="432000" indent="-324000">
              <a:spcBef>
                <a:spcPts val="1417"/>
              </a:spcBef>
              <a:buClr>
                <a:srgbClr val="000000"/>
              </a:buClr>
              <a:buSzPct val="45000"/>
              <a:buFont typeface="Wingdings" charset="2"/>
              <a:buChar char=""/>
            </a:pPr>
            <a:r>
              <a:rPr b="0" lang="es-ES" sz="1500" strike="noStrike" u="none">
                <a:solidFill>
                  <a:srgbClr val="000000"/>
                </a:solidFill>
                <a:effectLst/>
                <a:uFillTx/>
                <a:latin typeface="Arial"/>
              </a:rPr>
              <a:t>Pulse para editar el formato de texto del esquema</a:t>
            </a:r>
            <a:endParaRPr b="0" lang="es-ES" sz="15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ES" sz="1500" strike="noStrike" u="none">
                <a:solidFill>
                  <a:srgbClr val="000000"/>
                </a:solidFill>
                <a:effectLst/>
                <a:uFillTx/>
                <a:latin typeface="Arial"/>
              </a:rPr>
              <a:t>Segundo nivel del esquema</a:t>
            </a:r>
            <a:endParaRPr b="0" lang="es-ES" sz="15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ES" sz="1500" strike="noStrike" u="none">
                <a:solidFill>
                  <a:srgbClr val="000000"/>
                </a:solidFill>
                <a:effectLst/>
                <a:uFillTx/>
                <a:latin typeface="Arial"/>
              </a:rPr>
              <a:t>Tercer nivel del esquema</a:t>
            </a:r>
            <a:endParaRPr b="0" lang="es-ES" sz="15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ES" sz="1500" strike="noStrike" u="none">
                <a:solidFill>
                  <a:srgbClr val="000000"/>
                </a:solidFill>
                <a:effectLst/>
                <a:uFillTx/>
                <a:latin typeface="Arial"/>
              </a:rPr>
              <a:t>Cuarto nivel del esquema</a:t>
            </a:r>
            <a:endParaRPr b="0" lang="es-ES" sz="15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Quinto nivel del esquema</a:t>
            </a:r>
            <a:endParaRPr b="0" lang="es-ES" sz="15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Sexto nivel del esquema</a:t>
            </a:r>
            <a:endParaRPr b="0" lang="es-ES" sz="15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Séptimo nivel del esquema</a:t>
            </a:r>
            <a:endParaRPr b="0" lang="es-ES" sz="1500" strike="noStrike" u="none">
              <a:solidFill>
                <a:srgbClr val="000000"/>
              </a:solidFill>
              <a:effectLst/>
              <a:uFillTx/>
              <a:latin typeface="Arial"/>
            </a:endParaRPr>
          </a:p>
        </p:txBody>
      </p:sp>
      <p:sp>
        <p:nvSpPr>
          <p:cNvPr id="54" name="PlaceHolder 4"/>
          <p:cNvSpPr>
            <a:spLocks noGrp="1"/>
          </p:cNvSpPr>
          <p:nvPr>
            <p:ph type="dt" idx="16"/>
          </p:nvPr>
        </p:nvSpPr>
        <p:spPr>
          <a:xfrm>
            <a:off x="822960" y="4844880"/>
            <a:ext cx="1854000" cy="273600"/>
          </a:xfrm>
          <a:prstGeom prst="rect">
            <a:avLst/>
          </a:prstGeom>
          <a:noFill/>
          <a:ln w="0">
            <a:noFill/>
          </a:ln>
        </p:spPr>
        <p:txBody>
          <a:bodyPr lIns="68400" rIns="68400" tIns="34200" bIns="34200" anchor="ctr">
            <a:noAutofit/>
          </a:bodyPr>
          <a:lstStyle>
            <a:lvl1pPr indent="0">
              <a:buNone/>
              <a:defRPr b="0" lang="es-ES" sz="1400" strike="noStrike" u="none">
                <a:solidFill>
                  <a:srgbClr val="000000"/>
                </a:solidFill>
                <a:effectLst/>
                <a:uFillTx/>
                <a:latin typeface="Times New Roman"/>
              </a:defRPr>
            </a:lvl1pPr>
          </a:lstStyle>
          <a:p>
            <a:pPr indent="0">
              <a:buNone/>
            </a:pPr>
            <a:r>
              <a:rPr b="0" lang="es-ES" sz="1400" strike="noStrike" u="none">
                <a:solidFill>
                  <a:srgbClr val="000000"/>
                </a:solidFill>
                <a:effectLst/>
                <a:uFillTx/>
                <a:latin typeface="Times New Roman"/>
              </a:rPr>
              <a:t>&lt;fecha/hora&gt;</a:t>
            </a:r>
            <a:endParaRPr b="0" lang="es-ES" sz="1400" strike="noStrike" u="none">
              <a:solidFill>
                <a:srgbClr val="000000"/>
              </a:solidFill>
              <a:effectLst/>
              <a:uFillTx/>
              <a:latin typeface="Times New Roman"/>
            </a:endParaRPr>
          </a:p>
        </p:txBody>
      </p:sp>
      <p:sp>
        <p:nvSpPr>
          <p:cNvPr id="55" name="PlaceHolder 5"/>
          <p:cNvSpPr>
            <a:spLocks noGrp="1"/>
          </p:cNvSpPr>
          <p:nvPr>
            <p:ph type="ftr" idx="17"/>
          </p:nvPr>
        </p:nvSpPr>
        <p:spPr>
          <a:xfrm>
            <a:off x="2764800" y="4844880"/>
            <a:ext cx="3616920" cy="273600"/>
          </a:xfrm>
          <a:prstGeom prst="rect">
            <a:avLst/>
          </a:prstGeom>
          <a:noFill/>
          <a:ln w="0">
            <a:noFill/>
          </a:ln>
        </p:spPr>
        <p:txBody>
          <a:bodyPr lIns="68400" rIns="68400" tIns="34200" bIns="34200" anchor="ctr">
            <a:noAutofit/>
          </a:bodyPr>
          <a:lstStyle>
            <a:lvl1pPr indent="0" algn="ctr">
              <a:buNone/>
              <a:defRPr b="0" lang="es-ES" sz="1400" strike="noStrike" u="none">
                <a:solidFill>
                  <a:srgbClr val="000000"/>
                </a:solidFill>
                <a:effectLst/>
                <a:uFillTx/>
                <a:latin typeface="Times New Roman"/>
              </a:defRPr>
            </a:lvl1pPr>
          </a:lstStyle>
          <a:p>
            <a:pPr indent="0" algn="ctr">
              <a:buNone/>
            </a:pPr>
            <a:r>
              <a:rPr b="0" lang="es-ES" sz="1400" strike="noStrike" u="none">
                <a:solidFill>
                  <a:srgbClr val="000000"/>
                </a:solidFill>
                <a:effectLst/>
                <a:uFillTx/>
                <a:latin typeface="Times New Roman"/>
              </a:rPr>
              <a:t>&lt;pie de página&gt;</a:t>
            </a:r>
            <a:endParaRPr b="0" lang="es-ES" sz="1400" strike="noStrike" u="none">
              <a:solidFill>
                <a:srgbClr val="000000"/>
              </a:solidFill>
              <a:effectLst/>
              <a:uFillTx/>
              <a:latin typeface="Times New Roman"/>
            </a:endParaRPr>
          </a:p>
        </p:txBody>
      </p:sp>
      <p:sp>
        <p:nvSpPr>
          <p:cNvPr id="56" name="PlaceHolder 6"/>
          <p:cNvSpPr>
            <a:spLocks noGrp="1"/>
          </p:cNvSpPr>
          <p:nvPr>
            <p:ph type="sldNum" idx="18"/>
          </p:nvPr>
        </p:nvSpPr>
        <p:spPr>
          <a:xfrm>
            <a:off x="7425360" y="4844880"/>
            <a:ext cx="983520" cy="27360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ca-ES" sz="790" strike="noStrike" u="none">
                <a:solidFill>
                  <a:srgbClr val="ffffff"/>
                </a:solidFill>
                <a:effectLst/>
                <a:uFillTx/>
                <a:latin typeface="Calibri"/>
                <a:ea typeface="Calibri"/>
              </a:defRPr>
            </a:lvl1pPr>
          </a:lstStyle>
          <a:p>
            <a:pPr indent="0" algn="r">
              <a:lnSpc>
                <a:spcPct val="100000"/>
              </a:lnSpc>
              <a:buNone/>
              <a:tabLst>
                <a:tab algn="l" pos="0"/>
              </a:tabLst>
            </a:pPr>
            <a:fld id="{9E45A311-2FFB-4C35-9C34-FAA11C173BB4}" type="slidenum">
              <a:rPr b="0" lang="ca-ES" sz="790" strike="noStrike" u="none">
                <a:solidFill>
                  <a:srgbClr val="ffffff"/>
                </a:solidFill>
                <a:effectLst/>
                <a:uFillTx/>
                <a:latin typeface="Calibri"/>
                <a:ea typeface="Calibri"/>
              </a:rPr>
              <a:t>&lt;número&gt;</a:t>
            </a:fld>
            <a:endParaRPr b="0" lang="es-ES" sz="79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bg>
      <p:bgPr>
        <a:solidFill>
          <a:schemeClr val="lt1"/>
        </a:solidFill>
      </p:bgPr>
    </p:bg>
    <p:spTree>
      <p:nvGrpSpPr>
        <p:cNvPr id="1" name=""/>
        <p:cNvGrpSpPr/>
        <p:nvPr/>
      </p:nvGrpSpPr>
      <p:grpSpPr>
        <a:xfrm>
          <a:off x="0" y="0"/>
          <a:ext cx="0" cy="0"/>
          <a:chOff x="0" y="0"/>
          <a:chExt cx="0" cy="0"/>
        </a:xfrm>
      </p:grpSpPr>
      <p:sp>
        <p:nvSpPr>
          <p:cNvPr id="57" name="Google Shape;10;p1"/>
          <p:cNvSpPr/>
          <p:nvPr/>
        </p:nvSpPr>
        <p:spPr>
          <a:xfrm>
            <a:off x="0" y="4800600"/>
            <a:ext cx="9143640" cy="342720"/>
          </a:xfrm>
          <a:prstGeom prst="rect">
            <a:avLst/>
          </a:prstGeom>
          <a:solidFill>
            <a:schemeClr val="accent2"/>
          </a:solidFill>
          <a:ln w="0">
            <a:noFill/>
          </a:ln>
        </p:spPr>
        <p:style>
          <a:lnRef idx="0"/>
          <a:fillRef idx="0"/>
          <a:effectRef idx="0"/>
          <a:fontRef idx="minor"/>
        </p:style>
        <p:txBody>
          <a:bodyPr lIns="68400" rIns="68400" tIns="34200" bIns="34200" anchor="t">
            <a:noAutofit/>
          </a:bodyPr>
          <a:p>
            <a:pPr>
              <a:lnSpc>
                <a:spcPct val="100000"/>
              </a:lnSpc>
              <a:tabLst>
                <a:tab algn="l" pos="0"/>
              </a:tabLst>
            </a:pPr>
            <a:endParaRPr b="0" lang="es-ES" sz="1400" strike="noStrike" u="none">
              <a:solidFill>
                <a:srgbClr val="ffffff"/>
              </a:solidFill>
              <a:effectLst/>
              <a:uFillTx/>
              <a:latin typeface="Arial"/>
            </a:endParaRPr>
          </a:p>
        </p:txBody>
      </p:sp>
      <p:sp>
        <p:nvSpPr>
          <p:cNvPr id="58" name="Google Shape;11;p1"/>
          <p:cNvSpPr/>
          <p:nvPr/>
        </p:nvSpPr>
        <p:spPr>
          <a:xfrm>
            <a:off x="0" y="4750560"/>
            <a:ext cx="9143640" cy="49320"/>
          </a:xfrm>
          <a:prstGeom prst="rect">
            <a:avLst/>
          </a:prstGeom>
          <a:solidFill>
            <a:schemeClr val="accent1"/>
          </a:solidFill>
          <a:ln w="0">
            <a:noFill/>
          </a:ln>
        </p:spPr>
        <p:style>
          <a:lnRef idx="0"/>
          <a:fillRef idx="0"/>
          <a:effectRef idx="0"/>
          <a:fontRef idx="minor"/>
        </p:style>
        <p:txBody>
          <a:bodyPr lIns="68400" rIns="68400" tIns="24840" bIns="24840" anchor="t">
            <a:noAutofit/>
          </a:bodyPr>
          <a:p>
            <a:pPr>
              <a:lnSpc>
                <a:spcPct val="100000"/>
              </a:lnSpc>
              <a:tabLst>
                <a:tab algn="l" pos="0"/>
              </a:tabLst>
            </a:pPr>
            <a:endParaRPr b="0" lang="es-ES" sz="1400" strike="noStrike" u="none">
              <a:solidFill>
                <a:srgbClr val="ffffff"/>
              </a:solidFill>
              <a:effectLst/>
              <a:uFillTx/>
              <a:latin typeface="Arial"/>
            </a:endParaRPr>
          </a:p>
        </p:txBody>
      </p:sp>
      <p:cxnSp>
        <p:nvCxnSpPr>
          <p:cNvPr id="59" name="Google Shape;17;p1"/>
          <p:cNvCxnSpPr/>
          <p:nvPr/>
        </p:nvCxnSpPr>
        <p:spPr>
          <a:xfrm>
            <a:off x="894960" y="1303200"/>
            <a:ext cx="7475400" cy="360"/>
          </a:xfrm>
          <a:prstGeom prst="straightConnector1">
            <a:avLst/>
          </a:prstGeom>
          <a:ln w="7150">
            <a:solidFill>
              <a:srgbClr val="7f7f7f"/>
            </a:solidFill>
            <a:round/>
          </a:ln>
        </p:spPr>
      </p:cxnSp>
      <p:sp>
        <p:nvSpPr>
          <p:cNvPr id="60" name="PlaceHolder 1"/>
          <p:cNvSpPr>
            <a:spLocks noGrp="1"/>
          </p:cNvSpPr>
          <p:nvPr>
            <p:ph type="title"/>
          </p:nvPr>
        </p:nvSpPr>
        <p:spPr>
          <a:xfrm>
            <a:off x="822960" y="214920"/>
            <a:ext cx="7543440" cy="1087920"/>
          </a:xfrm>
          <a:prstGeom prst="rect">
            <a:avLst/>
          </a:prstGeom>
          <a:noFill/>
          <a:ln w="0">
            <a:noFill/>
          </a:ln>
        </p:spPr>
        <p:txBody>
          <a:bodyPr lIns="68400" rIns="68400" tIns="34200" bIns="34200" anchor="b">
            <a:normAutofit lnSpcReduction="9999"/>
          </a:bodyPr>
          <a:p>
            <a:pPr indent="0">
              <a:buNone/>
            </a:pPr>
            <a:r>
              <a:rPr b="0" lang="es-ES" sz="3600" strike="noStrike" u="none">
                <a:solidFill>
                  <a:srgbClr val="000000"/>
                </a:solidFill>
                <a:effectLst/>
                <a:uFillTx/>
                <a:latin typeface="Arial"/>
              </a:rPr>
              <a:t>Pulse para editar el formato del texto de título</a:t>
            </a:r>
            <a:endParaRPr b="0" lang="es-ES" sz="3600" strike="noStrike" u="none">
              <a:solidFill>
                <a:srgbClr val="000000"/>
              </a:solidFill>
              <a:effectLst/>
              <a:uFillTx/>
              <a:latin typeface="Arial"/>
            </a:endParaRPr>
          </a:p>
        </p:txBody>
      </p:sp>
      <p:sp>
        <p:nvSpPr>
          <p:cNvPr id="61" name="PlaceHolder 2"/>
          <p:cNvSpPr>
            <a:spLocks noGrp="1"/>
          </p:cNvSpPr>
          <p:nvPr>
            <p:ph type="body"/>
          </p:nvPr>
        </p:nvSpPr>
        <p:spPr>
          <a:xfrm>
            <a:off x="822960" y="1384560"/>
            <a:ext cx="3702960" cy="551880"/>
          </a:xfrm>
          <a:prstGeom prst="rect">
            <a:avLst/>
          </a:prstGeom>
          <a:noFill/>
          <a:ln w="0">
            <a:noFill/>
          </a:ln>
        </p:spPr>
        <p:txBody>
          <a:bodyPr lIns="68400" rIns="68400" tIns="34200" bIns="34200" anchor="ctr">
            <a:normAutofit fontScale="25000" lnSpcReduction="19999"/>
          </a:bodyPr>
          <a:p>
            <a:pPr marL="432000" indent="-324000">
              <a:spcBef>
                <a:spcPts val="1417"/>
              </a:spcBef>
              <a:buClr>
                <a:srgbClr val="000000"/>
              </a:buClr>
              <a:buSzPct val="45000"/>
              <a:buFont typeface="Wingdings" charset="2"/>
              <a:buChar char=""/>
            </a:pPr>
            <a:r>
              <a:rPr b="0" lang="es-ES" sz="1500" strike="noStrike" u="none">
                <a:solidFill>
                  <a:srgbClr val="000000"/>
                </a:solidFill>
                <a:effectLst/>
                <a:uFillTx/>
                <a:latin typeface="Arial"/>
              </a:rPr>
              <a:t>Pulse para editar el formato de texto del esquema</a:t>
            </a:r>
            <a:endParaRPr b="0" lang="es-ES" sz="15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ES" sz="1500" strike="noStrike" u="none">
                <a:solidFill>
                  <a:srgbClr val="000000"/>
                </a:solidFill>
                <a:effectLst/>
                <a:uFillTx/>
                <a:latin typeface="Arial"/>
              </a:rPr>
              <a:t>Segundo nivel del esquema</a:t>
            </a:r>
            <a:endParaRPr b="0" lang="es-ES" sz="15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ES" sz="1500" strike="noStrike" u="none">
                <a:solidFill>
                  <a:srgbClr val="000000"/>
                </a:solidFill>
                <a:effectLst/>
                <a:uFillTx/>
                <a:latin typeface="Arial"/>
              </a:rPr>
              <a:t>Tercer nivel del esquema</a:t>
            </a:r>
            <a:endParaRPr b="0" lang="es-ES" sz="15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ES" sz="1500" strike="noStrike" u="none">
                <a:solidFill>
                  <a:srgbClr val="000000"/>
                </a:solidFill>
                <a:effectLst/>
                <a:uFillTx/>
                <a:latin typeface="Arial"/>
              </a:rPr>
              <a:t>Cuarto nivel del esquema</a:t>
            </a:r>
            <a:endParaRPr b="0" lang="es-ES" sz="15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Quinto nivel del esquema</a:t>
            </a:r>
            <a:endParaRPr b="0" lang="es-ES" sz="15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Sexto nivel del esquema</a:t>
            </a:r>
            <a:endParaRPr b="0" lang="es-ES" sz="15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Séptimo nivel del esquema</a:t>
            </a:r>
            <a:endParaRPr b="0" lang="es-ES" sz="1500" strike="noStrike" u="none">
              <a:solidFill>
                <a:srgbClr val="000000"/>
              </a:solidFill>
              <a:effectLst/>
              <a:uFillTx/>
              <a:latin typeface="Arial"/>
            </a:endParaRPr>
          </a:p>
        </p:txBody>
      </p:sp>
      <p:sp>
        <p:nvSpPr>
          <p:cNvPr id="62" name="PlaceHolder 3"/>
          <p:cNvSpPr>
            <a:spLocks noGrp="1"/>
          </p:cNvSpPr>
          <p:nvPr>
            <p:ph type="body"/>
          </p:nvPr>
        </p:nvSpPr>
        <p:spPr>
          <a:xfrm>
            <a:off x="822960" y="1936800"/>
            <a:ext cx="3702960" cy="2533320"/>
          </a:xfrm>
          <a:prstGeom prst="rect">
            <a:avLst/>
          </a:prstGeom>
          <a:noFill/>
          <a:ln w="0">
            <a:noFill/>
          </a:ln>
        </p:spPr>
        <p:txBody>
          <a:bodyPr lIns="0" rIns="0" tIns="34200" bIns="34200" anchor="t">
            <a:normAutofit fontScale="85000" lnSpcReduction="19999"/>
          </a:bodyPr>
          <a:p>
            <a:pPr marL="432000" indent="-324000">
              <a:spcBef>
                <a:spcPts val="1417"/>
              </a:spcBef>
              <a:buClr>
                <a:srgbClr val="000000"/>
              </a:buClr>
              <a:buSzPct val="45000"/>
              <a:buFont typeface="Wingdings" charset="2"/>
              <a:buChar char=""/>
            </a:pPr>
            <a:r>
              <a:rPr b="0" lang="es-ES" sz="1500" strike="noStrike" u="none">
                <a:solidFill>
                  <a:srgbClr val="000000"/>
                </a:solidFill>
                <a:effectLst/>
                <a:uFillTx/>
                <a:latin typeface="Arial"/>
              </a:rPr>
              <a:t>Pulse para editar el formato de texto del esquema</a:t>
            </a:r>
            <a:endParaRPr b="0" lang="es-ES" sz="15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ES" sz="1500" strike="noStrike" u="none">
                <a:solidFill>
                  <a:srgbClr val="000000"/>
                </a:solidFill>
                <a:effectLst/>
                <a:uFillTx/>
                <a:latin typeface="Arial"/>
              </a:rPr>
              <a:t>Segundo nivel del esquema</a:t>
            </a:r>
            <a:endParaRPr b="0" lang="es-ES" sz="15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ES" sz="1500" strike="noStrike" u="none">
                <a:solidFill>
                  <a:srgbClr val="000000"/>
                </a:solidFill>
                <a:effectLst/>
                <a:uFillTx/>
                <a:latin typeface="Arial"/>
              </a:rPr>
              <a:t>Tercer nivel del esquema</a:t>
            </a:r>
            <a:endParaRPr b="0" lang="es-ES" sz="15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ES" sz="1500" strike="noStrike" u="none">
                <a:solidFill>
                  <a:srgbClr val="000000"/>
                </a:solidFill>
                <a:effectLst/>
                <a:uFillTx/>
                <a:latin typeface="Arial"/>
              </a:rPr>
              <a:t>Cuarto nivel del esquema</a:t>
            </a:r>
            <a:endParaRPr b="0" lang="es-ES" sz="15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Quinto nivel del esquema</a:t>
            </a:r>
            <a:endParaRPr b="0" lang="es-ES" sz="15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Sexto nivel del esquema</a:t>
            </a:r>
            <a:endParaRPr b="0" lang="es-ES" sz="15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Séptimo nivel del esquema</a:t>
            </a:r>
            <a:endParaRPr b="0" lang="es-ES" sz="1500" strike="noStrike" u="none">
              <a:solidFill>
                <a:srgbClr val="000000"/>
              </a:solidFill>
              <a:effectLst/>
              <a:uFillTx/>
              <a:latin typeface="Arial"/>
            </a:endParaRPr>
          </a:p>
        </p:txBody>
      </p:sp>
      <p:sp>
        <p:nvSpPr>
          <p:cNvPr id="63" name="PlaceHolder 4"/>
          <p:cNvSpPr>
            <a:spLocks noGrp="1"/>
          </p:cNvSpPr>
          <p:nvPr>
            <p:ph type="body"/>
          </p:nvPr>
        </p:nvSpPr>
        <p:spPr>
          <a:xfrm>
            <a:off x="4663440" y="1384560"/>
            <a:ext cx="3702960" cy="551880"/>
          </a:xfrm>
          <a:prstGeom prst="rect">
            <a:avLst/>
          </a:prstGeom>
          <a:noFill/>
          <a:ln w="0">
            <a:noFill/>
          </a:ln>
        </p:spPr>
        <p:txBody>
          <a:bodyPr lIns="68400" rIns="68400" tIns="34200" bIns="34200" anchor="ctr">
            <a:normAutofit fontScale="25000" lnSpcReduction="19999"/>
          </a:bodyPr>
          <a:p>
            <a:pPr marL="432000" indent="-324000">
              <a:spcBef>
                <a:spcPts val="1417"/>
              </a:spcBef>
              <a:buClr>
                <a:srgbClr val="000000"/>
              </a:buClr>
              <a:buSzPct val="45000"/>
              <a:buFont typeface="Wingdings" charset="2"/>
              <a:buChar char=""/>
            </a:pPr>
            <a:r>
              <a:rPr b="0" lang="es-ES" sz="1500" strike="noStrike" u="none">
                <a:solidFill>
                  <a:srgbClr val="000000"/>
                </a:solidFill>
                <a:effectLst/>
                <a:uFillTx/>
                <a:latin typeface="Arial"/>
              </a:rPr>
              <a:t>Pulse para editar el formato de texto del esquema</a:t>
            </a:r>
            <a:endParaRPr b="0" lang="es-ES" sz="15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ES" sz="1500" strike="noStrike" u="none">
                <a:solidFill>
                  <a:srgbClr val="000000"/>
                </a:solidFill>
                <a:effectLst/>
                <a:uFillTx/>
                <a:latin typeface="Arial"/>
              </a:rPr>
              <a:t>Segundo nivel del esquema</a:t>
            </a:r>
            <a:endParaRPr b="0" lang="es-ES" sz="15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ES" sz="1500" strike="noStrike" u="none">
                <a:solidFill>
                  <a:srgbClr val="000000"/>
                </a:solidFill>
                <a:effectLst/>
                <a:uFillTx/>
                <a:latin typeface="Arial"/>
              </a:rPr>
              <a:t>Tercer nivel del esquema</a:t>
            </a:r>
            <a:endParaRPr b="0" lang="es-ES" sz="15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ES" sz="1500" strike="noStrike" u="none">
                <a:solidFill>
                  <a:srgbClr val="000000"/>
                </a:solidFill>
                <a:effectLst/>
                <a:uFillTx/>
                <a:latin typeface="Arial"/>
              </a:rPr>
              <a:t>Cuarto nivel del esquema</a:t>
            </a:r>
            <a:endParaRPr b="0" lang="es-ES" sz="15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Quinto nivel del esquema</a:t>
            </a:r>
            <a:endParaRPr b="0" lang="es-ES" sz="15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Sexto nivel del esquema</a:t>
            </a:r>
            <a:endParaRPr b="0" lang="es-ES" sz="15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Séptimo nivel del esquema</a:t>
            </a:r>
            <a:endParaRPr b="0" lang="es-ES" sz="1500" strike="noStrike" u="none">
              <a:solidFill>
                <a:srgbClr val="000000"/>
              </a:solidFill>
              <a:effectLst/>
              <a:uFillTx/>
              <a:latin typeface="Arial"/>
            </a:endParaRPr>
          </a:p>
        </p:txBody>
      </p:sp>
      <p:sp>
        <p:nvSpPr>
          <p:cNvPr id="64" name="PlaceHolder 5"/>
          <p:cNvSpPr>
            <a:spLocks noGrp="1"/>
          </p:cNvSpPr>
          <p:nvPr>
            <p:ph type="body"/>
          </p:nvPr>
        </p:nvSpPr>
        <p:spPr>
          <a:xfrm>
            <a:off x="4663440" y="1936800"/>
            <a:ext cx="3702960" cy="2533320"/>
          </a:xfrm>
          <a:prstGeom prst="rect">
            <a:avLst/>
          </a:prstGeom>
          <a:noFill/>
          <a:ln w="0">
            <a:noFill/>
          </a:ln>
        </p:spPr>
        <p:txBody>
          <a:bodyPr lIns="0" rIns="0" tIns="34200" bIns="34200" anchor="t">
            <a:normAutofit fontScale="85000" lnSpcReduction="19999"/>
          </a:bodyPr>
          <a:p>
            <a:pPr marL="432000" indent="-324000">
              <a:spcBef>
                <a:spcPts val="1417"/>
              </a:spcBef>
              <a:buClr>
                <a:srgbClr val="000000"/>
              </a:buClr>
              <a:buSzPct val="45000"/>
              <a:buFont typeface="Wingdings" charset="2"/>
              <a:buChar char=""/>
            </a:pPr>
            <a:r>
              <a:rPr b="0" lang="es-ES" sz="1500" strike="noStrike" u="none">
                <a:solidFill>
                  <a:srgbClr val="000000"/>
                </a:solidFill>
                <a:effectLst/>
                <a:uFillTx/>
                <a:latin typeface="Arial"/>
              </a:rPr>
              <a:t>Pulse para editar el formato de texto del esquema</a:t>
            </a:r>
            <a:endParaRPr b="0" lang="es-ES" sz="15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ES" sz="1500" strike="noStrike" u="none">
                <a:solidFill>
                  <a:srgbClr val="000000"/>
                </a:solidFill>
                <a:effectLst/>
                <a:uFillTx/>
                <a:latin typeface="Arial"/>
              </a:rPr>
              <a:t>Segundo nivel del esquema</a:t>
            </a:r>
            <a:endParaRPr b="0" lang="es-ES" sz="15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ES" sz="1500" strike="noStrike" u="none">
                <a:solidFill>
                  <a:srgbClr val="000000"/>
                </a:solidFill>
                <a:effectLst/>
                <a:uFillTx/>
                <a:latin typeface="Arial"/>
              </a:rPr>
              <a:t>Tercer nivel del esquema</a:t>
            </a:r>
            <a:endParaRPr b="0" lang="es-ES" sz="15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ES" sz="1500" strike="noStrike" u="none">
                <a:solidFill>
                  <a:srgbClr val="000000"/>
                </a:solidFill>
                <a:effectLst/>
                <a:uFillTx/>
                <a:latin typeface="Arial"/>
              </a:rPr>
              <a:t>Cuarto nivel del esquema</a:t>
            </a:r>
            <a:endParaRPr b="0" lang="es-ES" sz="15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Quinto nivel del esquema</a:t>
            </a:r>
            <a:endParaRPr b="0" lang="es-ES" sz="15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Sexto nivel del esquema</a:t>
            </a:r>
            <a:endParaRPr b="0" lang="es-ES" sz="15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Séptimo nivel del esquema</a:t>
            </a:r>
            <a:endParaRPr b="0" lang="es-ES" sz="1500" strike="noStrike" u="none">
              <a:solidFill>
                <a:srgbClr val="000000"/>
              </a:solidFill>
              <a:effectLst/>
              <a:uFillTx/>
              <a:latin typeface="Arial"/>
            </a:endParaRPr>
          </a:p>
        </p:txBody>
      </p:sp>
      <p:sp>
        <p:nvSpPr>
          <p:cNvPr id="65" name="PlaceHolder 6"/>
          <p:cNvSpPr>
            <a:spLocks noGrp="1"/>
          </p:cNvSpPr>
          <p:nvPr>
            <p:ph type="dt" idx="19"/>
          </p:nvPr>
        </p:nvSpPr>
        <p:spPr>
          <a:xfrm>
            <a:off x="822960" y="4844880"/>
            <a:ext cx="1854000" cy="273600"/>
          </a:xfrm>
          <a:prstGeom prst="rect">
            <a:avLst/>
          </a:prstGeom>
          <a:noFill/>
          <a:ln w="0">
            <a:noFill/>
          </a:ln>
        </p:spPr>
        <p:txBody>
          <a:bodyPr lIns="68400" rIns="68400" tIns="34200" bIns="34200" anchor="ctr">
            <a:noAutofit/>
          </a:bodyPr>
          <a:lstStyle>
            <a:lvl1pPr indent="0">
              <a:buNone/>
              <a:defRPr b="0" lang="es-ES" sz="1400" strike="noStrike" u="none">
                <a:solidFill>
                  <a:srgbClr val="000000"/>
                </a:solidFill>
                <a:effectLst/>
                <a:uFillTx/>
                <a:latin typeface="Times New Roman"/>
              </a:defRPr>
            </a:lvl1pPr>
          </a:lstStyle>
          <a:p>
            <a:pPr indent="0">
              <a:buNone/>
            </a:pPr>
            <a:r>
              <a:rPr b="0" lang="es-ES" sz="1400" strike="noStrike" u="none">
                <a:solidFill>
                  <a:srgbClr val="000000"/>
                </a:solidFill>
                <a:effectLst/>
                <a:uFillTx/>
                <a:latin typeface="Times New Roman"/>
              </a:rPr>
              <a:t>&lt;fecha/hora&gt;</a:t>
            </a:r>
            <a:endParaRPr b="0" lang="es-ES" sz="1400" strike="noStrike" u="none">
              <a:solidFill>
                <a:srgbClr val="000000"/>
              </a:solidFill>
              <a:effectLst/>
              <a:uFillTx/>
              <a:latin typeface="Times New Roman"/>
            </a:endParaRPr>
          </a:p>
        </p:txBody>
      </p:sp>
      <p:sp>
        <p:nvSpPr>
          <p:cNvPr id="66" name="PlaceHolder 7"/>
          <p:cNvSpPr>
            <a:spLocks noGrp="1"/>
          </p:cNvSpPr>
          <p:nvPr>
            <p:ph type="ftr" idx="20"/>
          </p:nvPr>
        </p:nvSpPr>
        <p:spPr>
          <a:xfrm>
            <a:off x="2764800" y="4844880"/>
            <a:ext cx="3616920" cy="273600"/>
          </a:xfrm>
          <a:prstGeom prst="rect">
            <a:avLst/>
          </a:prstGeom>
          <a:noFill/>
          <a:ln w="0">
            <a:noFill/>
          </a:ln>
        </p:spPr>
        <p:txBody>
          <a:bodyPr lIns="68400" rIns="68400" tIns="34200" bIns="34200" anchor="ctr">
            <a:noAutofit/>
          </a:bodyPr>
          <a:lstStyle>
            <a:lvl1pPr indent="0" algn="ctr">
              <a:buNone/>
              <a:defRPr b="0" lang="es-ES" sz="1400" strike="noStrike" u="none">
                <a:solidFill>
                  <a:srgbClr val="000000"/>
                </a:solidFill>
                <a:effectLst/>
                <a:uFillTx/>
                <a:latin typeface="Times New Roman"/>
              </a:defRPr>
            </a:lvl1pPr>
          </a:lstStyle>
          <a:p>
            <a:pPr indent="0" algn="ctr">
              <a:buNone/>
            </a:pPr>
            <a:r>
              <a:rPr b="0" lang="es-ES" sz="1400" strike="noStrike" u="none">
                <a:solidFill>
                  <a:srgbClr val="000000"/>
                </a:solidFill>
                <a:effectLst/>
                <a:uFillTx/>
                <a:latin typeface="Times New Roman"/>
              </a:rPr>
              <a:t>&lt;pie de página&gt;</a:t>
            </a:r>
            <a:endParaRPr b="0" lang="es-ES" sz="1400" strike="noStrike" u="none">
              <a:solidFill>
                <a:srgbClr val="000000"/>
              </a:solidFill>
              <a:effectLst/>
              <a:uFillTx/>
              <a:latin typeface="Times New Roman"/>
            </a:endParaRPr>
          </a:p>
        </p:txBody>
      </p:sp>
      <p:sp>
        <p:nvSpPr>
          <p:cNvPr id="67" name="PlaceHolder 8"/>
          <p:cNvSpPr>
            <a:spLocks noGrp="1"/>
          </p:cNvSpPr>
          <p:nvPr>
            <p:ph type="sldNum" idx="21"/>
          </p:nvPr>
        </p:nvSpPr>
        <p:spPr>
          <a:xfrm>
            <a:off x="7425360" y="4844880"/>
            <a:ext cx="983520" cy="27360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ca-ES" sz="790" strike="noStrike" u="none">
                <a:solidFill>
                  <a:srgbClr val="ffffff"/>
                </a:solidFill>
                <a:effectLst/>
                <a:uFillTx/>
                <a:latin typeface="Calibri"/>
                <a:ea typeface="Calibri"/>
              </a:defRPr>
            </a:lvl1pPr>
          </a:lstStyle>
          <a:p>
            <a:pPr indent="0" algn="r">
              <a:lnSpc>
                <a:spcPct val="100000"/>
              </a:lnSpc>
              <a:buNone/>
              <a:tabLst>
                <a:tab algn="l" pos="0"/>
              </a:tabLst>
            </a:pPr>
            <a:fld id="{C7DB50C2-CFC9-4FFF-97D3-6F917F56F147}" type="slidenum">
              <a:rPr b="0" lang="ca-ES" sz="790" strike="noStrike" u="none">
                <a:solidFill>
                  <a:srgbClr val="ffffff"/>
                </a:solidFill>
                <a:effectLst/>
                <a:uFillTx/>
                <a:latin typeface="Calibri"/>
                <a:ea typeface="Calibri"/>
              </a:rPr>
              <a:t>&lt;número&gt;</a:t>
            </a:fld>
            <a:endParaRPr b="0" lang="es-ES" sz="79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68" name="Google Shape;10;p1"/>
          <p:cNvSpPr/>
          <p:nvPr/>
        </p:nvSpPr>
        <p:spPr>
          <a:xfrm>
            <a:off x="0" y="4800600"/>
            <a:ext cx="9143640" cy="342720"/>
          </a:xfrm>
          <a:prstGeom prst="rect">
            <a:avLst/>
          </a:prstGeom>
          <a:solidFill>
            <a:schemeClr val="accent2"/>
          </a:solidFill>
          <a:ln w="0">
            <a:noFill/>
          </a:ln>
        </p:spPr>
        <p:style>
          <a:lnRef idx="0"/>
          <a:fillRef idx="0"/>
          <a:effectRef idx="0"/>
          <a:fontRef idx="minor"/>
        </p:style>
        <p:txBody>
          <a:bodyPr lIns="68400" rIns="68400" tIns="34200" bIns="34200" anchor="t">
            <a:noAutofit/>
          </a:bodyPr>
          <a:p>
            <a:pPr>
              <a:lnSpc>
                <a:spcPct val="100000"/>
              </a:lnSpc>
              <a:tabLst>
                <a:tab algn="l" pos="0"/>
              </a:tabLst>
            </a:pPr>
            <a:endParaRPr b="0" lang="es-ES" sz="1400" strike="noStrike" u="none">
              <a:solidFill>
                <a:srgbClr val="ffffff"/>
              </a:solidFill>
              <a:effectLst/>
              <a:uFillTx/>
              <a:latin typeface="Arial"/>
            </a:endParaRPr>
          </a:p>
        </p:txBody>
      </p:sp>
      <p:sp>
        <p:nvSpPr>
          <p:cNvPr id="69" name="Google Shape;11;p1"/>
          <p:cNvSpPr/>
          <p:nvPr/>
        </p:nvSpPr>
        <p:spPr>
          <a:xfrm>
            <a:off x="0" y="4750560"/>
            <a:ext cx="9143640" cy="49320"/>
          </a:xfrm>
          <a:prstGeom prst="rect">
            <a:avLst/>
          </a:prstGeom>
          <a:solidFill>
            <a:schemeClr val="accent1"/>
          </a:solidFill>
          <a:ln w="0">
            <a:noFill/>
          </a:ln>
        </p:spPr>
        <p:style>
          <a:lnRef idx="0"/>
          <a:fillRef idx="0"/>
          <a:effectRef idx="0"/>
          <a:fontRef idx="minor"/>
        </p:style>
        <p:txBody>
          <a:bodyPr lIns="68400" rIns="68400" tIns="24840" bIns="24840" anchor="t">
            <a:noAutofit/>
          </a:bodyPr>
          <a:p>
            <a:pPr>
              <a:lnSpc>
                <a:spcPct val="100000"/>
              </a:lnSpc>
              <a:tabLst>
                <a:tab algn="l" pos="0"/>
              </a:tabLst>
            </a:pPr>
            <a:endParaRPr b="0" lang="es-ES" sz="1400" strike="noStrike" u="none">
              <a:solidFill>
                <a:srgbClr val="ffffff"/>
              </a:solidFill>
              <a:effectLst/>
              <a:uFillTx/>
              <a:latin typeface="Arial"/>
            </a:endParaRPr>
          </a:p>
        </p:txBody>
      </p:sp>
      <p:cxnSp>
        <p:nvCxnSpPr>
          <p:cNvPr id="70" name="Google Shape;17;p1"/>
          <p:cNvCxnSpPr/>
          <p:nvPr/>
        </p:nvCxnSpPr>
        <p:spPr>
          <a:xfrm>
            <a:off x="894960" y="1303200"/>
            <a:ext cx="7475400" cy="360"/>
          </a:xfrm>
          <a:prstGeom prst="straightConnector1">
            <a:avLst/>
          </a:prstGeom>
          <a:ln w="7150">
            <a:solidFill>
              <a:srgbClr val="7f7f7f"/>
            </a:solidFill>
            <a:round/>
          </a:ln>
        </p:spPr>
      </p:cxnSp>
      <p:sp>
        <p:nvSpPr>
          <p:cNvPr id="71" name="PlaceHolder 1"/>
          <p:cNvSpPr>
            <a:spLocks noGrp="1"/>
          </p:cNvSpPr>
          <p:nvPr>
            <p:ph type="title"/>
          </p:nvPr>
        </p:nvSpPr>
        <p:spPr>
          <a:xfrm>
            <a:off x="822960" y="214920"/>
            <a:ext cx="7543440" cy="1087920"/>
          </a:xfrm>
          <a:prstGeom prst="rect">
            <a:avLst/>
          </a:prstGeom>
          <a:noFill/>
          <a:ln w="0">
            <a:noFill/>
          </a:ln>
        </p:spPr>
        <p:txBody>
          <a:bodyPr lIns="68400" rIns="68400" tIns="34200" bIns="34200" anchor="b">
            <a:normAutofit lnSpcReduction="9999"/>
          </a:bodyPr>
          <a:p>
            <a:pPr indent="0">
              <a:buNone/>
            </a:pPr>
            <a:r>
              <a:rPr b="0" lang="es-ES" sz="3600" strike="noStrike" u="none">
                <a:solidFill>
                  <a:srgbClr val="000000"/>
                </a:solidFill>
                <a:effectLst/>
                <a:uFillTx/>
                <a:latin typeface="Arial"/>
              </a:rPr>
              <a:t>Pulse para editar el formato del texto de título</a:t>
            </a:r>
            <a:endParaRPr b="0" lang="es-ES" sz="3600" strike="noStrike" u="none">
              <a:solidFill>
                <a:srgbClr val="000000"/>
              </a:solidFill>
              <a:effectLst/>
              <a:uFillTx/>
              <a:latin typeface="Arial"/>
            </a:endParaRPr>
          </a:p>
        </p:txBody>
      </p:sp>
      <p:sp>
        <p:nvSpPr>
          <p:cNvPr id="72" name="PlaceHolder 2"/>
          <p:cNvSpPr>
            <a:spLocks noGrp="1"/>
          </p:cNvSpPr>
          <p:nvPr>
            <p:ph type="dt" idx="22"/>
          </p:nvPr>
        </p:nvSpPr>
        <p:spPr>
          <a:xfrm>
            <a:off x="822960" y="4844880"/>
            <a:ext cx="1854000" cy="273600"/>
          </a:xfrm>
          <a:prstGeom prst="rect">
            <a:avLst/>
          </a:prstGeom>
          <a:noFill/>
          <a:ln w="0">
            <a:noFill/>
          </a:ln>
        </p:spPr>
        <p:txBody>
          <a:bodyPr lIns="68400" rIns="68400" tIns="34200" bIns="34200" anchor="ctr">
            <a:noAutofit/>
          </a:bodyPr>
          <a:lstStyle>
            <a:lvl1pPr indent="0">
              <a:buNone/>
              <a:defRPr b="0" lang="es-ES" sz="1400" strike="noStrike" u="none">
                <a:solidFill>
                  <a:srgbClr val="000000"/>
                </a:solidFill>
                <a:effectLst/>
                <a:uFillTx/>
                <a:latin typeface="Times New Roman"/>
              </a:defRPr>
            </a:lvl1pPr>
          </a:lstStyle>
          <a:p>
            <a:pPr indent="0">
              <a:buNone/>
            </a:pPr>
            <a:r>
              <a:rPr b="0" lang="es-ES" sz="1400" strike="noStrike" u="none">
                <a:solidFill>
                  <a:srgbClr val="000000"/>
                </a:solidFill>
                <a:effectLst/>
                <a:uFillTx/>
                <a:latin typeface="Times New Roman"/>
              </a:rPr>
              <a:t>&lt;fecha/hora&gt;</a:t>
            </a:r>
            <a:endParaRPr b="0" lang="es-ES" sz="1400" strike="noStrike" u="none">
              <a:solidFill>
                <a:srgbClr val="000000"/>
              </a:solidFill>
              <a:effectLst/>
              <a:uFillTx/>
              <a:latin typeface="Times New Roman"/>
            </a:endParaRPr>
          </a:p>
        </p:txBody>
      </p:sp>
      <p:sp>
        <p:nvSpPr>
          <p:cNvPr id="73" name="PlaceHolder 3"/>
          <p:cNvSpPr>
            <a:spLocks noGrp="1"/>
          </p:cNvSpPr>
          <p:nvPr>
            <p:ph type="ftr" idx="23"/>
          </p:nvPr>
        </p:nvSpPr>
        <p:spPr>
          <a:xfrm>
            <a:off x="2764800" y="4844880"/>
            <a:ext cx="3616920" cy="273600"/>
          </a:xfrm>
          <a:prstGeom prst="rect">
            <a:avLst/>
          </a:prstGeom>
          <a:noFill/>
          <a:ln w="0">
            <a:noFill/>
          </a:ln>
        </p:spPr>
        <p:txBody>
          <a:bodyPr lIns="68400" rIns="68400" tIns="34200" bIns="34200" anchor="ctr">
            <a:noAutofit/>
          </a:bodyPr>
          <a:lstStyle>
            <a:lvl1pPr indent="0" algn="ctr">
              <a:buNone/>
              <a:defRPr b="0" lang="es-ES" sz="1400" strike="noStrike" u="none">
                <a:solidFill>
                  <a:srgbClr val="000000"/>
                </a:solidFill>
                <a:effectLst/>
                <a:uFillTx/>
                <a:latin typeface="Times New Roman"/>
              </a:defRPr>
            </a:lvl1pPr>
          </a:lstStyle>
          <a:p>
            <a:pPr indent="0" algn="ctr">
              <a:buNone/>
            </a:pPr>
            <a:r>
              <a:rPr b="0" lang="es-ES" sz="1400" strike="noStrike" u="none">
                <a:solidFill>
                  <a:srgbClr val="000000"/>
                </a:solidFill>
                <a:effectLst/>
                <a:uFillTx/>
                <a:latin typeface="Times New Roman"/>
              </a:rPr>
              <a:t>&lt;pie de página&gt;</a:t>
            </a:r>
            <a:endParaRPr b="0" lang="es-ES" sz="1400" strike="noStrike" u="none">
              <a:solidFill>
                <a:srgbClr val="000000"/>
              </a:solidFill>
              <a:effectLst/>
              <a:uFillTx/>
              <a:latin typeface="Times New Roman"/>
            </a:endParaRPr>
          </a:p>
        </p:txBody>
      </p:sp>
      <p:sp>
        <p:nvSpPr>
          <p:cNvPr id="74" name="PlaceHolder 4"/>
          <p:cNvSpPr>
            <a:spLocks noGrp="1"/>
          </p:cNvSpPr>
          <p:nvPr>
            <p:ph type="sldNum" idx="24"/>
          </p:nvPr>
        </p:nvSpPr>
        <p:spPr>
          <a:xfrm>
            <a:off x="7425360" y="4844880"/>
            <a:ext cx="983520" cy="27360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ca-ES" sz="790" strike="noStrike" u="none">
                <a:solidFill>
                  <a:srgbClr val="ffffff"/>
                </a:solidFill>
                <a:effectLst/>
                <a:uFillTx/>
                <a:latin typeface="Calibri"/>
                <a:ea typeface="Calibri"/>
              </a:defRPr>
            </a:lvl1pPr>
          </a:lstStyle>
          <a:p>
            <a:pPr indent="0" algn="r">
              <a:lnSpc>
                <a:spcPct val="100000"/>
              </a:lnSpc>
              <a:buNone/>
              <a:tabLst>
                <a:tab algn="l" pos="0"/>
              </a:tabLst>
            </a:pPr>
            <a:fld id="{DB72B1F0-1B58-458B-A5E1-6493DC6F9F0A}" type="slidenum">
              <a:rPr b="0" lang="ca-ES" sz="790" strike="noStrike" u="none">
                <a:solidFill>
                  <a:srgbClr val="ffffff"/>
                </a:solidFill>
                <a:effectLst/>
                <a:uFillTx/>
                <a:latin typeface="Calibri"/>
                <a:ea typeface="Calibri"/>
              </a:rPr>
              <a:t>&lt;número&gt;</a:t>
            </a:fld>
            <a:endParaRPr b="0" lang="es-ES" sz="79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75" name="Google Shape;10;p1" hidden="1"/>
          <p:cNvSpPr/>
          <p:nvPr/>
        </p:nvSpPr>
        <p:spPr>
          <a:xfrm>
            <a:off x="0" y="4800600"/>
            <a:ext cx="9143640" cy="342720"/>
          </a:xfrm>
          <a:prstGeom prst="rect">
            <a:avLst/>
          </a:prstGeom>
          <a:solidFill>
            <a:schemeClr val="accent2"/>
          </a:solidFill>
          <a:ln w="0">
            <a:noFill/>
          </a:ln>
        </p:spPr>
        <p:style>
          <a:lnRef idx="0"/>
          <a:fillRef idx="0"/>
          <a:effectRef idx="0"/>
          <a:fontRef idx="minor"/>
        </p:style>
        <p:txBody>
          <a:bodyPr lIns="68400" rIns="68400" tIns="34200" bIns="34200" anchor="t">
            <a:noAutofit/>
          </a:bodyPr>
          <a:p>
            <a:pPr>
              <a:lnSpc>
                <a:spcPct val="100000"/>
              </a:lnSpc>
              <a:tabLst>
                <a:tab algn="l" pos="0"/>
              </a:tabLst>
            </a:pPr>
            <a:endParaRPr b="0" lang="es-ES" sz="1400" strike="noStrike" u="none">
              <a:solidFill>
                <a:srgbClr val="ffffff"/>
              </a:solidFill>
              <a:effectLst/>
              <a:uFillTx/>
              <a:latin typeface="Arial"/>
            </a:endParaRPr>
          </a:p>
        </p:txBody>
      </p:sp>
      <p:sp>
        <p:nvSpPr>
          <p:cNvPr id="76" name="Google Shape;11;p1" hidden="1"/>
          <p:cNvSpPr/>
          <p:nvPr/>
        </p:nvSpPr>
        <p:spPr>
          <a:xfrm>
            <a:off x="0" y="4750560"/>
            <a:ext cx="9143640" cy="49320"/>
          </a:xfrm>
          <a:prstGeom prst="rect">
            <a:avLst/>
          </a:prstGeom>
          <a:solidFill>
            <a:schemeClr val="accent1"/>
          </a:solidFill>
          <a:ln w="0">
            <a:noFill/>
          </a:ln>
        </p:spPr>
        <p:style>
          <a:lnRef idx="0"/>
          <a:fillRef idx="0"/>
          <a:effectRef idx="0"/>
          <a:fontRef idx="minor"/>
        </p:style>
        <p:txBody>
          <a:bodyPr lIns="68400" rIns="68400" tIns="24840" bIns="24840" anchor="t">
            <a:noAutofit/>
          </a:bodyPr>
          <a:p>
            <a:pPr>
              <a:lnSpc>
                <a:spcPct val="100000"/>
              </a:lnSpc>
              <a:tabLst>
                <a:tab algn="l" pos="0"/>
              </a:tabLst>
            </a:pPr>
            <a:endParaRPr b="0" lang="es-ES" sz="1400" strike="noStrike" u="none">
              <a:solidFill>
                <a:srgbClr val="ffffff"/>
              </a:solidFill>
              <a:effectLst/>
              <a:uFillTx/>
              <a:latin typeface="Arial"/>
            </a:endParaRPr>
          </a:p>
        </p:txBody>
      </p:sp>
      <p:cxnSp>
        <p:nvCxnSpPr>
          <p:cNvPr id="77" name="Google Shape;17;p1"/>
          <p:cNvCxnSpPr/>
          <p:nvPr/>
        </p:nvCxnSpPr>
        <p:spPr>
          <a:xfrm>
            <a:off x="894960" y="1303200"/>
            <a:ext cx="7475400" cy="360"/>
          </a:xfrm>
          <a:prstGeom prst="straightConnector1">
            <a:avLst/>
          </a:prstGeom>
          <a:ln w="7150">
            <a:solidFill>
              <a:srgbClr val="7f7f7f"/>
            </a:solidFill>
            <a:round/>
          </a:ln>
        </p:spPr>
      </p:cxnSp>
      <p:sp>
        <p:nvSpPr>
          <p:cNvPr id="78" name="Google Shape;64;p8"/>
          <p:cNvSpPr/>
          <p:nvPr/>
        </p:nvSpPr>
        <p:spPr>
          <a:xfrm>
            <a:off x="2520" y="4800600"/>
            <a:ext cx="9141120" cy="342720"/>
          </a:xfrm>
          <a:prstGeom prst="rect">
            <a:avLst/>
          </a:prstGeom>
          <a:solidFill>
            <a:schemeClr val="accent2"/>
          </a:solidFill>
          <a:ln w="0">
            <a:noFill/>
          </a:ln>
        </p:spPr>
        <p:style>
          <a:lnRef idx="0"/>
          <a:fillRef idx="0"/>
          <a:effectRef idx="0"/>
          <a:fontRef idx="minor"/>
        </p:style>
        <p:txBody>
          <a:bodyPr lIns="68400" rIns="68400" tIns="68400" bIns="6840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79" name="Google Shape;65;p8"/>
          <p:cNvSpPr/>
          <p:nvPr/>
        </p:nvSpPr>
        <p:spPr>
          <a:xfrm>
            <a:off x="0" y="4750560"/>
            <a:ext cx="9141120" cy="47520"/>
          </a:xfrm>
          <a:prstGeom prst="rect">
            <a:avLst/>
          </a:prstGeom>
          <a:solidFill>
            <a:schemeClr val="accent1"/>
          </a:solidFill>
          <a:ln w="0">
            <a:noFill/>
          </a:ln>
        </p:spPr>
        <p:style>
          <a:lnRef idx="0"/>
          <a:fillRef idx="0"/>
          <a:effectRef idx="0"/>
          <a:fontRef idx="minor"/>
        </p:style>
        <p:txBody>
          <a:bodyPr lIns="68400" rIns="68400" tIns="23760" bIns="2376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80" name="PlaceHolder 1"/>
          <p:cNvSpPr>
            <a:spLocks noGrp="1"/>
          </p:cNvSpPr>
          <p:nvPr>
            <p:ph type="dt" idx="25"/>
          </p:nvPr>
        </p:nvSpPr>
        <p:spPr>
          <a:xfrm>
            <a:off x="822960" y="4844880"/>
            <a:ext cx="1854000" cy="273600"/>
          </a:xfrm>
          <a:prstGeom prst="rect">
            <a:avLst/>
          </a:prstGeom>
          <a:noFill/>
          <a:ln w="0">
            <a:noFill/>
          </a:ln>
        </p:spPr>
        <p:txBody>
          <a:bodyPr lIns="68400" rIns="68400" tIns="34200" bIns="34200" anchor="ctr">
            <a:noAutofit/>
          </a:bodyPr>
          <a:lstStyle>
            <a:lvl1pPr indent="0">
              <a:buNone/>
              <a:defRPr b="0" lang="es-ES" sz="1400" strike="noStrike" u="none">
                <a:solidFill>
                  <a:srgbClr val="000000"/>
                </a:solidFill>
                <a:effectLst/>
                <a:uFillTx/>
                <a:latin typeface="Times New Roman"/>
              </a:defRPr>
            </a:lvl1pPr>
          </a:lstStyle>
          <a:p>
            <a:pPr indent="0">
              <a:buNone/>
            </a:pPr>
            <a:r>
              <a:rPr b="0" lang="es-ES" sz="1400" strike="noStrike" u="none">
                <a:solidFill>
                  <a:srgbClr val="000000"/>
                </a:solidFill>
                <a:effectLst/>
                <a:uFillTx/>
                <a:latin typeface="Times New Roman"/>
              </a:rPr>
              <a:t>&lt;fecha/hora&gt;</a:t>
            </a:r>
            <a:endParaRPr b="0" lang="es-ES" sz="1400" strike="noStrike" u="none">
              <a:solidFill>
                <a:srgbClr val="000000"/>
              </a:solidFill>
              <a:effectLst/>
              <a:uFillTx/>
              <a:latin typeface="Times New Roman"/>
            </a:endParaRPr>
          </a:p>
        </p:txBody>
      </p:sp>
      <p:sp>
        <p:nvSpPr>
          <p:cNvPr id="81" name="PlaceHolder 2"/>
          <p:cNvSpPr>
            <a:spLocks noGrp="1"/>
          </p:cNvSpPr>
          <p:nvPr>
            <p:ph type="ftr" idx="26"/>
          </p:nvPr>
        </p:nvSpPr>
        <p:spPr>
          <a:xfrm>
            <a:off x="2764800" y="4844880"/>
            <a:ext cx="3616920" cy="273600"/>
          </a:xfrm>
          <a:prstGeom prst="rect">
            <a:avLst/>
          </a:prstGeom>
          <a:noFill/>
          <a:ln w="0">
            <a:noFill/>
          </a:ln>
        </p:spPr>
        <p:txBody>
          <a:bodyPr lIns="68400" rIns="68400" tIns="34200" bIns="34200" anchor="ctr">
            <a:noAutofit/>
          </a:bodyPr>
          <a:lstStyle>
            <a:lvl1pPr indent="0" algn="ctr">
              <a:buNone/>
              <a:defRPr b="0" lang="es-ES" sz="1400" strike="noStrike" u="none">
                <a:solidFill>
                  <a:srgbClr val="000000"/>
                </a:solidFill>
                <a:effectLst/>
                <a:uFillTx/>
                <a:latin typeface="Times New Roman"/>
              </a:defRPr>
            </a:lvl1pPr>
          </a:lstStyle>
          <a:p>
            <a:pPr indent="0" algn="ctr">
              <a:buNone/>
            </a:pPr>
            <a:r>
              <a:rPr b="0" lang="es-ES" sz="1400" strike="noStrike" u="none">
                <a:solidFill>
                  <a:srgbClr val="000000"/>
                </a:solidFill>
                <a:effectLst/>
                <a:uFillTx/>
                <a:latin typeface="Times New Roman"/>
              </a:rPr>
              <a:t>&lt;pie de página&gt;</a:t>
            </a:r>
            <a:endParaRPr b="0" lang="es-ES" sz="1400" strike="noStrike" u="none">
              <a:solidFill>
                <a:srgbClr val="000000"/>
              </a:solidFill>
              <a:effectLst/>
              <a:uFillTx/>
              <a:latin typeface="Times New Roman"/>
            </a:endParaRPr>
          </a:p>
        </p:txBody>
      </p:sp>
      <p:sp>
        <p:nvSpPr>
          <p:cNvPr id="82" name="PlaceHolder 3"/>
          <p:cNvSpPr>
            <a:spLocks noGrp="1"/>
          </p:cNvSpPr>
          <p:nvPr>
            <p:ph type="sldNum" idx="27"/>
          </p:nvPr>
        </p:nvSpPr>
        <p:spPr>
          <a:xfrm>
            <a:off x="7425360" y="4844880"/>
            <a:ext cx="983520" cy="27360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ca-ES" sz="790" strike="noStrike" u="none">
                <a:solidFill>
                  <a:srgbClr val="ffffff"/>
                </a:solidFill>
                <a:effectLst/>
                <a:uFillTx/>
                <a:latin typeface="Calibri"/>
                <a:ea typeface="Calibri"/>
              </a:defRPr>
            </a:lvl1pPr>
          </a:lstStyle>
          <a:p>
            <a:pPr indent="0" algn="r">
              <a:lnSpc>
                <a:spcPct val="100000"/>
              </a:lnSpc>
              <a:buNone/>
              <a:tabLst>
                <a:tab algn="l" pos="0"/>
              </a:tabLst>
            </a:pPr>
            <a:fld id="{38E03FBF-57BC-466A-BCFA-19D9A0A4677C}" type="slidenum">
              <a:rPr b="0" lang="ca-ES" sz="790" strike="noStrike" u="none">
                <a:solidFill>
                  <a:srgbClr val="ffffff"/>
                </a:solidFill>
                <a:effectLst/>
                <a:uFillTx/>
                <a:latin typeface="Calibri"/>
                <a:ea typeface="Calibri"/>
              </a:rPr>
              <a:t>&lt;número&gt;</a:t>
            </a:fld>
            <a:endParaRPr b="0" lang="es-ES" sz="79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bg>
      <p:bgPr>
        <a:solidFill>
          <a:schemeClr val="lt1"/>
        </a:solidFill>
      </p:bgPr>
    </p:bg>
    <p:spTree>
      <p:nvGrpSpPr>
        <p:cNvPr id="1" name=""/>
        <p:cNvGrpSpPr/>
        <p:nvPr/>
      </p:nvGrpSpPr>
      <p:grpSpPr>
        <a:xfrm>
          <a:off x="0" y="0"/>
          <a:ext cx="0" cy="0"/>
          <a:chOff x="0" y="0"/>
          <a:chExt cx="0" cy="0"/>
        </a:xfrm>
      </p:grpSpPr>
      <p:sp>
        <p:nvSpPr>
          <p:cNvPr id="83" name="Google Shape;10;p1" hidden="1"/>
          <p:cNvSpPr/>
          <p:nvPr/>
        </p:nvSpPr>
        <p:spPr>
          <a:xfrm>
            <a:off x="0" y="4800600"/>
            <a:ext cx="9143640" cy="342720"/>
          </a:xfrm>
          <a:prstGeom prst="rect">
            <a:avLst/>
          </a:prstGeom>
          <a:solidFill>
            <a:schemeClr val="accent2"/>
          </a:solidFill>
          <a:ln w="0">
            <a:noFill/>
          </a:ln>
        </p:spPr>
        <p:style>
          <a:lnRef idx="0"/>
          <a:fillRef idx="0"/>
          <a:effectRef idx="0"/>
          <a:fontRef idx="minor"/>
        </p:style>
        <p:txBody>
          <a:bodyPr lIns="68400" rIns="68400" tIns="34200" bIns="34200" anchor="t">
            <a:noAutofit/>
          </a:bodyPr>
          <a:p>
            <a:pPr>
              <a:lnSpc>
                <a:spcPct val="100000"/>
              </a:lnSpc>
              <a:tabLst>
                <a:tab algn="l" pos="0"/>
              </a:tabLst>
            </a:pPr>
            <a:endParaRPr b="0" lang="es-ES" sz="1400" strike="noStrike" u="none">
              <a:solidFill>
                <a:srgbClr val="ffffff"/>
              </a:solidFill>
              <a:effectLst/>
              <a:uFillTx/>
              <a:latin typeface="Arial"/>
            </a:endParaRPr>
          </a:p>
        </p:txBody>
      </p:sp>
      <p:sp>
        <p:nvSpPr>
          <p:cNvPr id="84" name="Google Shape;11;p1" hidden="1"/>
          <p:cNvSpPr/>
          <p:nvPr/>
        </p:nvSpPr>
        <p:spPr>
          <a:xfrm>
            <a:off x="0" y="4750560"/>
            <a:ext cx="9143640" cy="49320"/>
          </a:xfrm>
          <a:prstGeom prst="rect">
            <a:avLst/>
          </a:prstGeom>
          <a:solidFill>
            <a:schemeClr val="accent1"/>
          </a:solidFill>
          <a:ln w="0">
            <a:noFill/>
          </a:ln>
        </p:spPr>
        <p:style>
          <a:lnRef idx="0"/>
          <a:fillRef idx="0"/>
          <a:effectRef idx="0"/>
          <a:fontRef idx="minor"/>
        </p:style>
        <p:txBody>
          <a:bodyPr lIns="68400" rIns="68400" tIns="24840" bIns="24840" anchor="t">
            <a:noAutofit/>
          </a:bodyPr>
          <a:p>
            <a:pPr>
              <a:lnSpc>
                <a:spcPct val="100000"/>
              </a:lnSpc>
              <a:tabLst>
                <a:tab algn="l" pos="0"/>
              </a:tabLst>
            </a:pPr>
            <a:endParaRPr b="0" lang="es-ES" sz="1400" strike="noStrike" u="none">
              <a:solidFill>
                <a:srgbClr val="ffffff"/>
              </a:solidFill>
              <a:effectLst/>
              <a:uFillTx/>
              <a:latin typeface="Arial"/>
            </a:endParaRPr>
          </a:p>
        </p:txBody>
      </p:sp>
      <p:cxnSp>
        <p:nvCxnSpPr>
          <p:cNvPr id="85" name="Google Shape;17;p1"/>
          <p:cNvCxnSpPr/>
          <p:nvPr/>
        </p:nvCxnSpPr>
        <p:spPr>
          <a:xfrm>
            <a:off x="894960" y="1303200"/>
            <a:ext cx="7475400" cy="360"/>
          </a:xfrm>
          <a:prstGeom prst="straightConnector1">
            <a:avLst/>
          </a:prstGeom>
          <a:ln w="7150">
            <a:solidFill>
              <a:srgbClr val="7f7f7f"/>
            </a:solidFill>
            <a:round/>
          </a:ln>
        </p:spPr>
      </p:cxnSp>
      <p:sp>
        <p:nvSpPr>
          <p:cNvPr id="86" name="Google Shape;70;p9"/>
          <p:cNvSpPr/>
          <p:nvPr/>
        </p:nvSpPr>
        <p:spPr>
          <a:xfrm>
            <a:off x="0" y="0"/>
            <a:ext cx="3037680" cy="5143320"/>
          </a:xfrm>
          <a:prstGeom prst="rect">
            <a:avLst/>
          </a:prstGeom>
          <a:solidFill>
            <a:schemeClr val="accent2"/>
          </a:solidFill>
          <a:ln w="0">
            <a:noFill/>
          </a:ln>
        </p:spPr>
        <p:style>
          <a:lnRef idx="0"/>
          <a:fillRef idx="0"/>
          <a:effectRef idx="0"/>
          <a:fontRef idx="minor"/>
        </p:style>
        <p:txBody>
          <a:bodyPr lIns="68400" rIns="68400" tIns="68400" bIns="6840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87" name="Google Shape;71;p9"/>
          <p:cNvSpPr/>
          <p:nvPr/>
        </p:nvSpPr>
        <p:spPr>
          <a:xfrm>
            <a:off x="3030120" y="0"/>
            <a:ext cx="47520" cy="5143320"/>
          </a:xfrm>
          <a:prstGeom prst="rect">
            <a:avLst/>
          </a:prstGeom>
          <a:solidFill>
            <a:schemeClr val="accent1"/>
          </a:solidFill>
          <a:ln w="0">
            <a:noFill/>
          </a:ln>
        </p:spPr>
        <p:style>
          <a:lnRef idx="0"/>
          <a:fillRef idx="0"/>
          <a:effectRef idx="0"/>
          <a:fontRef idx="minor"/>
        </p:style>
        <p:txBody>
          <a:bodyPr lIns="68400" rIns="68400" tIns="68400" bIns="6840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88" name="PlaceHolder 1"/>
          <p:cNvSpPr>
            <a:spLocks noGrp="1"/>
          </p:cNvSpPr>
          <p:nvPr>
            <p:ph type="title"/>
          </p:nvPr>
        </p:nvSpPr>
        <p:spPr>
          <a:xfrm>
            <a:off x="343080" y="445680"/>
            <a:ext cx="2400120" cy="1714320"/>
          </a:xfrm>
          <a:prstGeom prst="rect">
            <a:avLst/>
          </a:prstGeom>
          <a:noFill/>
          <a:ln w="0">
            <a:noFill/>
          </a:ln>
        </p:spPr>
        <p:txBody>
          <a:bodyPr lIns="68400" rIns="68400" tIns="34200" bIns="34200" anchor="b">
            <a:normAutofit lnSpcReduction="9999"/>
          </a:bodyPr>
          <a:p>
            <a:pPr indent="0">
              <a:buNone/>
            </a:pPr>
            <a:r>
              <a:rPr b="0" lang="es-ES" sz="2700" strike="noStrike" u="none">
                <a:solidFill>
                  <a:srgbClr val="000000"/>
                </a:solidFill>
                <a:effectLst/>
                <a:uFillTx/>
                <a:latin typeface="Arial"/>
              </a:rPr>
              <a:t>Pulse para editar el formato del texto de título</a:t>
            </a:r>
            <a:endParaRPr b="0" lang="es-ES" sz="2700" strike="noStrike" u="none">
              <a:solidFill>
                <a:srgbClr val="000000"/>
              </a:solidFill>
              <a:effectLst/>
              <a:uFillTx/>
              <a:latin typeface="Arial"/>
            </a:endParaRPr>
          </a:p>
        </p:txBody>
      </p:sp>
      <p:sp>
        <p:nvSpPr>
          <p:cNvPr id="89" name="PlaceHolder 2"/>
          <p:cNvSpPr>
            <a:spLocks noGrp="1"/>
          </p:cNvSpPr>
          <p:nvPr>
            <p:ph type="body"/>
          </p:nvPr>
        </p:nvSpPr>
        <p:spPr>
          <a:xfrm>
            <a:off x="3600360" y="548640"/>
            <a:ext cx="4869000" cy="3942720"/>
          </a:xfrm>
          <a:prstGeom prst="rect">
            <a:avLst/>
          </a:prstGeom>
          <a:noFill/>
          <a:ln w="0">
            <a:noFill/>
          </a:ln>
        </p:spPr>
        <p:txBody>
          <a:bodyPr lIns="0" rIns="0" tIns="34200" bIns="34200" anchor="t">
            <a:normAutofit/>
          </a:bodyPr>
          <a:p>
            <a:pPr marL="432000" indent="-324000">
              <a:spcBef>
                <a:spcPts val="1417"/>
              </a:spcBef>
              <a:buClr>
                <a:srgbClr val="000000"/>
              </a:buClr>
              <a:buSzPct val="45000"/>
              <a:buFont typeface="Wingdings" charset="2"/>
              <a:buChar char=""/>
            </a:pPr>
            <a:r>
              <a:rPr b="0" lang="es-ES" sz="1500" strike="noStrike" u="none">
                <a:solidFill>
                  <a:srgbClr val="000000"/>
                </a:solidFill>
                <a:effectLst/>
                <a:uFillTx/>
                <a:latin typeface="Arial"/>
              </a:rPr>
              <a:t>Pulse para editar el formato de texto del esquema</a:t>
            </a:r>
            <a:endParaRPr b="0" lang="es-ES" sz="15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ES" sz="1500" strike="noStrike" u="none">
                <a:solidFill>
                  <a:srgbClr val="000000"/>
                </a:solidFill>
                <a:effectLst/>
                <a:uFillTx/>
                <a:latin typeface="Arial"/>
              </a:rPr>
              <a:t>Segundo nivel del esquema</a:t>
            </a:r>
            <a:endParaRPr b="0" lang="es-ES" sz="15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ES" sz="1500" strike="noStrike" u="none">
                <a:solidFill>
                  <a:srgbClr val="000000"/>
                </a:solidFill>
                <a:effectLst/>
                <a:uFillTx/>
                <a:latin typeface="Arial"/>
              </a:rPr>
              <a:t>Tercer nivel del esquema</a:t>
            </a:r>
            <a:endParaRPr b="0" lang="es-ES" sz="15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ES" sz="1500" strike="noStrike" u="none">
                <a:solidFill>
                  <a:srgbClr val="000000"/>
                </a:solidFill>
                <a:effectLst/>
                <a:uFillTx/>
                <a:latin typeface="Arial"/>
              </a:rPr>
              <a:t>Cuarto nivel del esquema</a:t>
            </a:r>
            <a:endParaRPr b="0" lang="es-ES" sz="15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Quinto nivel del esquema</a:t>
            </a:r>
            <a:endParaRPr b="0" lang="es-ES" sz="15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Sexto nivel del esquema</a:t>
            </a:r>
            <a:endParaRPr b="0" lang="es-ES" sz="15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ES" sz="1500" strike="noStrike" u="none">
                <a:solidFill>
                  <a:srgbClr val="000000"/>
                </a:solidFill>
                <a:effectLst/>
                <a:uFillTx/>
                <a:latin typeface="Arial"/>
              </a:rPr>
              <a:t>Séptimo nivel del esquema</a:t>
            </a:r>
            <a:endParaRPr b="0" lang="es-ES" sz="1500" strike="noStrike" u="none">
              <a:solidFill>
                <a:srgbClr val="000000"/>
              </a:solidFill>
              <a:effectLst/>
              <a:uFillTx/>
              <a:latin typeface="Arial"/>
            </a:endParaRPr>
          </a:p>
        </p:txBody>
      </p:sp>
      <p:sp>
        <p:nvSpPr>
          <p:cNvPr id="90" name="PlaceHolder 3"/>
          <p:cNvSpPr>
            <a:spLocks noGrp="1"/>
          </p:cNvSpPr>
          <p:nvPr>
            <p:ph type="body"/>
          </p:nvPr>
        </p:nvSpPr>
        <p:spPr>
          <a:xfrm>
            <a:off x="343080" y="2194560"/>
            <a:ext cx="2400120" cy="2534040"/>
          </a:xfrm>
          <a:prstGeom prst="rect">
            <a:avLst/>
          </a:prstGeom>
          <a:noFill/>
          <a:ln w="0">
            <a:noFill/>
          </a:ln>
        </p:spPr>
        <p:txBody>
          <a:bodyPr lIns="68400" rIns="68400" tIns="34200" bIns="34200" anchor="t">
            <a:normAutofit fontScale="25000" lnSpcReduction="19999"/>
          </a:bodyPr>
          <a:p>
            <a:pPr marL="432000" indent="-324000">
              <a:spcBef>
                <a:spcPts val="1417"/>
              </a:spcBef>
              <a:buClr>
                <a:srgbClr val="000000"/>
              </a:buClr>
              <a:buSzPct val="45000"/>
              <a:buFont typeface="Wingdings" charset="2"/>
              <a:buChar char=""/>
            </a:pPr>
            <a:r>
              <a:rPr b="0" lang="es-ES" sz="1130" strike="noStrike" u="none">
                <a:solidFill>
                  <a:srgbClr val="000000"/>
                </a:solidFill>
                <a:effectLst/>
                <a:uFillTx/>
                <a:latin typeface="Arial"/>
              </a:rPr>
              <a:t>Pulse para editar el formato de texto del esquema</a:t>
            </a:r>
            <a:endParaRPr b="0" lang="es-ES" sz="113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ES" sz="1130" strike="noStrike" u="none">
                <a:solidFill>
                  <a:srgbClr val="000000"/>
                </a:solidFill>
                <a:effectLst/>
                <a:uFillTx/>
                <a:latin typeface="Arial"/>
              </a:rPr>
              <a:t>Segundo nivel del esquema</a:t>
            </a:r>
            <a:endParaRPr b="0" lang="es-ES" sz="113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ES" sz="1130" strike="noStrike" u="none">
                <a:solidFill>
                  <a:srgbClr val="000000"/>
                </a:solidFill>
                <a:effectLst/>
                <a:uFillTx/>
                <a:latin typeface="Arial"/>
              </a:rPr>
              <a:t>Tercer nivel del esquema</a:t>
            </a:r>
            <a:endParaRPr b="0" lang="es-ES" sz="113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ES" sz="1130" strike="noStrike" u="none">
                <a:solidFill>
                  <a:srgbClr val="000000"/>
                </a:solidFill>
                <a:effectLst/>
                <a:uFillTx/>
                <a:latin typeface="Arial"/>
              </a:rPr>
              <a:t>Cuarto nivel del esquema</a:t>
            </a:r>
            <a:endParaRPr b="0" lang="es-ES" sz="113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ES" sz="1130" strike="noStrike" u="none">
                <a:solidFill>
                  <a:srgbClr val="000000"/>
                </a:solidFill>
                <a:effectLst/>
                <a:uFillTx/>
                <a:latin typeface="Arial"/>
              </a:rPr>
              <a:t>Quinto nivel del esquema</a:t>
            </a:r>
            <a:endParaRPr b="0" lang="es-ES" sz="113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ES" sz="1130" strike="noStrike" u="none">
                <a:solidFill>
                  <a:srgbClr val="000000"/>
                </a:solidFill>
                <a:effectLst/>
                <a:uFillTx/>
                <a:latin typeface="Arial"/>
              </a:rPr>
              <a:t>Sexto nivel del esquema</a:t>
            </a:r>
            <a:endParaRPr b="0" lang="es-ES" sz="113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ES" sz="1130" strike="noStrike" u="none">
                <a:solidFill>
                  <a:srgbClr val="000000"/>
                </a:solidFill>
                <a:effectLst/>
                <a:uFillTx/>
                <a:latin typeface="Arial"/>
              </a:rPr>
              <a:t>Séptimo nivel del esquema</a:t>
            </a:r>
            <a:endParaRPr b="0" lang="es-ES" sz="1130" strike="noStrike" u="none">
              <a:solidFill>
                <a:srgbClr val="000000"/>
              </a:solidFill>
              <a:effectLst/>
              <a:uFillTx/>
              <a:latin typeface="Arial"/>
            </a:endParaRPr>
          </a:p>
        </p:txBody>
      </p:sp>
      <p:sp>
        <p:nvSpPr>
          <p:cNvPr id="91" name="PlaceHolder 4"/>
          <p:cNvSpPr>
            <a:spLocks noGrp="1"/>
          </p:cNvSpPr>
          <p:nvPr>
            <p:ph type="dt" idx="28"/>
          </p:nvPr>
        </p:nvSpPr>
        <p:spPr>
          <a:xfrm>
            <a:off x="349200" y="4844880"/>
            <a:ext cx="1963440" cy="273600"/>
          </a:xfrm>
          <a:prstGeom prst="rect">
            <a:avLst/>
          </a:prstGeom>
          <a:noFill/>
          <a:ln w="0">
            <a:noFill/>
          </a:ln>
        </p:spPr>
        <p:txBody>
          <a:bodyPr lIns="68400" rIns="68400" tIns="34200" bIns="34200" anchor="ctr">
            <a:noAutofit/>
          </a:bodyPr>
          <a:lstStyle>
            <a:lvl1pPr indent="0">
              <a:buNone/>
              <a:defRPr b="0" lang="es-ES" sz="1400" strike="noStrike" u="none">
                <a:solidFill>
                  <a:srgbClr val="000000"/>
                </a:solidFill>
                <a:effectLst/>
                <a:uFillTx/>
                <a:latin typeface="Times New Roman"/>
              </a:defRPr>
            </a:lvl1pPr>
          </a:lstStyle>
          <a:p>
            <a:pPr indent="0">
              <a:buNone/>
            </a:pPr>
            <a:r>
              <a:rPr b="0" lang="es-ES" sz="1400" strike="noStrike" u="none">
                <a:solidFill>
                  <a:srgbClr val="000000"/>
                </a:solidFill>
                <a:effectLst/>
                <a:uFillTx/>
                <a:latin typeface="Times New Roman"/>
              </a:rPr>
              <a:t>&lt;fecha/hora&gt;</a:t>
            </a:r>
            <a:endParaRPr b="0" lang="es-ES" sz="1400" strike="noStrike" u="none">
              <a:solidFill>
                <a:srgbClr val="000000"/>
              </a:solidFill>
              <a:effectLst/>
              <a:uFillTx/>
              <a:latin typeface="Times New Roman"/>
            </a:endParaRPr>
          </a:p>
        </p:txBody>
      </p:sp>
      <p:sp>
        <p:nvSpPr>
          <p:cNvPr id="92" name="PlaceHolder 5"/>
          <p:cNvSpPr>
            <a:spLocks noGrp="1"/>
          </p:cNvSpPr>
          <p:nvPr>
            <p:ph type="ftr" idx="29"/>
          </p:nvPr>
        </p:nvSpPr>
        <p:spPr>
          <a:xfrm>
            <a:off x="3600360" y="4844880"/>
            <a:ext cx="3485880" cy="273600"/>
          </a:xfrm>
          <a:prstGeom prst="rect">
            <a:avLst/>
          </a:prstGeom>
          <a:noFill/>
          <a:ln w="0">
            <a:noFill/>
          </a:ln>
        </p:spPr>
        <p:txBody>
          <a:bodyPr lIns="68400" rIns="68400" tIns="34200" bIns="34200" anchor="ctr">
            <a:noAutofit/>
          </a:bodyPr>
          <a:lstStyle>
            <a:lvl1pPr indent="0" algn="ctr">
              <a:buNone/>
              <a:defRPr b="0" lang="es-ES" sz="1400" strike="noStrike" u="none">
                <a:solidFill>
                  <a:srgbClr val="000000"/>
                </a:solidFill>
                <a:effectLst/>
                <a:uFillTx/>
                <a:latin typeface="Times New Roman"/>
              </a:defRPr>
            </a:lvl1pPr>
          </a:lstStyle>
          <a:p>
            <a:pPr indent="0" algn="ctr">
              <a:buNone/>
            </a:pPr>
            <a:r>
              <a:rPr b="0" lang="es-ES" sz="1400" strike="noStrike" u="none">
                <a:solidFill>
                  <a:srgbClr val="000000"/>
                </a:solidFill>
                <a:effectLst/>
                <a:uFillTx/>
                <a:latin typeface="Times New Roman"/>
              </a:rPr>
              <a:t>&lt;pie de página&gt;</a:t>
            </a:r>
            <a:endParaRPr b="0" lang="es-ES" sz="1400" strike="noStrike" u="none">
              <a:solidFill>
                <a:srgbClr val="000000"/>
              </a:solidFill>
              <a:effectLst/>
              <a:uFillTx/>
              <a:latin typeface="Times New Roman"/>
            </a:endParaRPr>
          </a:p>
        </p:txBody>
      </p:sp>
      <p:sp>
        <p:nvSpPr>
          <p:cNvPr id="93" name="PlaceHolder 6"/>
          <p:cNvSpPr>
            <a:spLocks noGrp="1"/>
          </p:cNvSpPr>
          <p:nvPr>
            <p:ph type="sldNum" idx="30"/>
          </p:nvPr>
        </p:nvSpPr>
        <p:spPr>
          <a:xfrm>
            <a:off x="7425360" y="4844880"/>
            <a:ext cx="983520" cy="27360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ca-ES" sz="790" strike="noStrike" u="none">
                <a:solidFill>
                  <a:schemeClr val="dk2"/>
                </a:solidFill>
                <a:effectLst/>
                <a:uFillTx/>
                <a:latin typeface="Calibri"/>
                <a:ea typeface="Calibri"/>
              </a:defRPr>
            </a:lvl1pPr>
          </a:lstStyle>
          <a:p>
            <a:pPr indent="0" algn="r">
              <a:lnSpc>
                <a:spcPct val="100000"/>
              </a:lnSpc>
              <a:buNone/>
              <a:tabLst>
                <a:tab algn="l" pos="0"/>
              </a:tabLst>
            </a:pPr>
            <a:fld id="{A60A56A5-4620-4A98-BDAB-5E9AD1B1B89B}" type="slidenum">
              <a:rPr b="0" lang="ca-ES" sz="790" strike="noStrike" u="none">
                <a:solidFill>
                  <a:schemeClr val="dk2"/>
                </a:solidFill>
                <a:effectLst/>
                <a:uFillTx/>
                <a:latin typeface="Calibri"/>
                <a:ea typeface="Calibri"/>
              </a:rPr>
              <a:t>&lt;número&gt;</a:t>
            </a:fld>
            <a:endParaRPr b="0" lang="es-ES" sz="79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bg>
      <p:bgPr>
        <a:solidFill>
          <a:schemeClr val="lt1"/>
        </a:solidFill>
      </p:bgPr>
    </p:bg>
    <p:spTree>
      <p:nvGrpSpPr>
        <p:cNvPr id="1" name=""/>
        <p:cNvGrpSpPr/>
        <p:nvPr/>
      </p:nvGrpSpPr>
      <p:grpSpPr>
        <a:xfrm>
          <a:off x="0" y="0"/>
          <a:ext cx="0" cy="0"/>
          <a:chOff x="0" y="0"/>
          <a:chExt cx="0" cy="0"/>
        </a:xfrm>
      </p:grpSpPr>
      <p:sp>
        <p:nvSpPr>
          <p:cNvPr id="94" name="Google Shape;10;p1" hidden="1"/>
          <p:cNvSpPr/>
          <p:nvPr/>
        </p:nvSpPr>
        <p:spPr>
          <a:xfrm>
            <a:off x="0" y="4800600"/>
            <a:ext cx="9143640" cy="342720"/>
          </a:xfrm>
          <a:prstGeom prst="rect">
            <a:avLst/>
          </a:prstGeom>
          <a:solidFill>
            <a:schemeClr val="accent2"/>
          </a:solidFill>
          <a:ln w="0">
            <a:noFill/>
          </a:ln>
        </p:spPr>
        <p:style>
          <a:lnRef idx="0"/>
          <a:fillRef idx="0"/>
          <a:effectRef idx="0"/>
          <a:fontRef idx="minor"/>
        </p:style>
        <p:txBody>
          <a:bodyPr lIns="68400" rIns="68400" tIns="34200" bIns="34200" anchor="t">
            <a:noAutofit/>
          </a:bodyPr>
          <a:p>
            <a:pPr>
              <a:lnSpc>
                <a:spcPct val="100000"/>
              </a:lnSpc>
              <a:tabLst>
                <a:tab algn="l" pos="0"/>
              </a:tabLst>
            </a:pPr>
            <a:endParaRPr b="0" lang="es-ES" sz="1400" strike="noStrike" u="none">
              <a:solidFill>
                <a:srgbClr val="ffffff"/>
              </a:solidFill>
              <a:effectLst/>
              <a:uFillTx/>
              <a:latin typeface="Arial"/>
            </a:endParaRPr>
          </a:p>
        </p:txBody>
      </p:sp>
      <p:sp>
        <p:nvSpPr>
          <p:cNvPr id="95" name="Google Shape;11;p1" hidden="1"/>
          <p:cNvSpPr/>
          <p:nvPr/>
        </p:nvSpPr>
        <p:spPr>
          <a:xfrm>
            <a:off x="0" y="4750560"/>
            <a:ext cx="9143640" cy="49320"/>
          </a:xfrm>
          <a:prstGeom prst="rect">
            <a:avLst/>
          </a:prstGeom>
          <a:solidFill>
            <a:schemeClr val="accent1"/>
          </a:solidFill>
          <a:ln w="0">
            <a:noFill/>
          </a:ln>
        </p:spPr>
        <p:style>
          <a:lnRef idx="0"/>
          <a:fillRef idx="0"/>
          <a:effectRef idx="0"/>
          <a:fontRef idx="minor"/>
        </p:style>
        <p:txBody>
          <a:bodyPr lIns="68400" rIns="68400" tIns="24840" bIns="24840" anchor="t">
            <a:noAutofit/>
          </a:bodyPr>
          <a:p>
            <a:pPr>
              <a:lnSpc>
                <a:spcPct val="100000"/>
              </a:lnSpc>
              <a:tabLst>
                <a:tab algn="l" pos="0"/>
              </a:tabLst>
            </a:pPr>
            <a:endParaRPr b="0" lang="es-ES" sz="1400" strike="noStrike" u="none">
              <a:solidFill>
                <a:srgbClr val="ffffff"/>
              </a:solidFill>
              <a:effectLst/>
              <a:uFillTx/>
              <a:latin typeface="Arial"/>
            </a:endParaRPr>
          </a:p>
        </p:txBody>
      </p:sp>
      <p:cxnSp>
        <p:nvCxnSpPr>
          <p:cNvPr id="96" name="Google Shape;17;p1"/>
          <p:cNvCxnSpPr/>
          <p:nvPr/>
        </p:nvCxnSpPr>
        <p:spPr>
          <a:xfrm>
            <a:off x="894960" y="1303200"/>
            <a:ext cx="7475400" cy="360"/>
          </a:xfrm>
          <a:prstGeom prst="straightConnector1">
            <a:avLst/>
          </a:prstGeom>
          <a:ln w="7150">
            <a:solidFill>
              <a:srgbClr val="7f7f7f"/>
            </a:solidFill>
            <a:round/>
          </a:ln>
        </p:spPr>
      </p:cxnSp>
      <p:sp>
        <p:nvSpPr>
          <p:cNvPr id="97" name="Google Shape;79;p10"/>
          <p:cNvSpPr/>
          <p:nvPr/>
        </p:nvSpPr>
        <p:spPr>
          <a:xfrm>
            <a:off x="0" y="3714840"/>
            <a:ext cx="9141120" cy="1428480"/>
          </a:xfrm>
          <a:prstGeom prst="rect">
            <a:avLst/>
          </a:prstGeom>
          <a:solidFill>
            <a:schemeClr val="accent2"/>
          </a:solidFill>
          <a:ln w="0">
            <a:noFill/>
          </a:ln>
        </p:spPr>
        <p:style>
          <a:lnRef idx="0"/>
          <a:fillRef idx="0"/>
          <a:effectRef idx="0"/>
          <a:fontRef idx="minor"/>
        </p:style>
        <p:txBody>
          <a:bodyPr lIns="68400" rIns="68400" tIns="68400" bIns="6840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98" name="Google Shape;80;p10"/>
          <p:cNvSpPr/>
          <p:nvPr/>
        </p:nvSpPr>
        <p:spPr>
          <a:xfrm>
            <a:off x="0" y="3686400"/>
            <a:ext cx="9141120" cy="47520"/>
          </a:xfrm>
          <a:prstGeom prst="rect">
            <a:avLst/>
          </a:prstGeom>
          <a:solidFill>
            <a:schemeClr val="accent1"/>
          </a:solidFill>
          <a:ln w="0">
            <a:noFill/>
          </a:ln>
        </p:spPr>
        <p:style>
          <a:lnRef idx="0"/>
          <a:fillRef idx="0"/>
          <a:effectRef idx="0"/>
          <a:fontRef idx="minor"/>
        </p:style>
        <p:txBody>
          <a:bodyPr lIns="68400" rIns="68400" tIns="23760" bIns="2376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99" name="PlaceHolder 1"/>
          <p:cNvSpPr>
            <a:spLocks noGrp="1"/>
          </p:cNvSpPr>
          <p:nvPr>
            <p:ph type="title"/>
          </p:nvPr>
        </p:nvSpPr>
        <p:spPr>
          <a:xfrm>
            <a:off x="822960" y="3806280"/>
            <a:ext cx="7584480" cy="616680"/>
          </a:xfrm>
          <a:prstGeom prst="rect">
            <a:avLst/>
          </a:prstGeom>
          <a:noFill/>
          <a:ln w="0">
            <a:noFill/>
          </a:ln>
        </p:spPr>
        <p:txBody>
          <a:bodyPr lIns="68400" rIns="68400" tIns="0" bIns="0" anchor="b">
            <a:noAutofit/>
          </a:bodyPr>
          <a:p>
            <a:pPr indent="0">
              <a:buNone/>
            </a:pPr>
            <a:r>
              <a:rPr b="0" lang="es-ES" sz="2700" strike="noStrike" u="none">
                <a:solidFill>
                  <a:srgbClr val="000000"/>
                </a:solidFill>
                <a:effectLst/>
                <a:uFillTx/>
                <a:latin typeface="Arial"/>
              </a:rPr>
              <a:t>Pulse para editar el formato del texto de título</a:t>
            </a:r>
            <a:endParaRPr b="0" lang="es-ES" sz="2700" strike="noStrike" u="none">
              <a:solidFill>
                <a:srgbClr val="000000"/>
              </a:solidFill>
              <a:effectLst/>
              <a:uFillTx/>
              <a:latin typeface="Arial"/>
            </a:endParaRPr>
          </a:p>
        </p:txBody>
      </p:sp>
      <p:sp>
        <p:nvSpPr>
          <p:cNvPr id="100" name="PlaceHolder 2"/>
          <p:cNvSpPr>
            <a:spLocks noGrp="1"/>
          </p:cNvSpPr>
          <p:nvPr>
            <p:ph type="body"/>
          </p:nvPr>
        </p:nvSpPr>
        <p:spPr>
          <a:xfrm>
            <a:off x="822960" y="4430160"/>
            <a:ext cx="7584480" cy="445320"/>
          </a:xfrm>
          <a:prstGeom prst="rect">
            <a:avLst/>
          </a:prstGeom>
          <a:noFill/>
          <a:ln w="0">
            <a:noFill/>
          </a:ln>
        </p:spPr>
        <p:txBody>
          <a:bodyPr lIns="68400" rIns="68400" tIns="0" bIns="0" anchor="t">
            <a:normAutofit fontScale="25000" lnSpcReduction="19999"/>
          </a:bodyPr>
          <a:p>
            <a:pPr marL="432000" indent="-324000">
              <a:spcBef>
                <a:spcPts val="1417"/>
              </a:spcBef>
              <a:buClr>
                <a:srgbClr val="000000"/>
              </a:buClr>
              <a:buSzPct val="45000"/>
              <a:buFont typeface="Wingdings" charset="2"/>
              <a:buChar char=""/>
            </a:pPr>
            <a:r>
              <a:rPr b="0" lang="es-ES" sz="1130" strike="noStrike" u="none">
                <a:solidFill>
                  <a:srgbClr val="000000"/>
                </a:solidFill>
                <a:effectLst/>
                <a:uFillTx/>
                <a:latin typeface="Arial"/>
              </a:rPr>
              <a:t>Pulse para editar el formato de texto del esquema</a:t>
            </a:r>
            <a:endParaRPr b="0" lang="es-ES" sz="113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ES" sz="1130" strike="noStrike" u="none">
                <a:solidFill>
                  <a:srgbClr val="000000"/>
                </a:solidFill>
                <a:effectLst/>
                <a:uFillTx/>
                <a:latin typeface="Arial"/>
              </a:rPr>
              <a:t>Segundo nivel del esquema</a:t>
            </a:r>
            <a:endParaRPr b="0" lang="es-ES" sz="113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ES" sz="1130" strike="noStrike" u="none">
                <a:solidFill>
                  <a:srgbClr val="000000"/>
                </a:solidFill>
                <a:effectLst/>
                <a:uFillTx/>
                <a:latin typeface="Arial"/>
              </a:rPr>
              <a:t>Tercer nivel del esquema</a:t>
            </a:r>
            <a:endParaRPr b="0" lang="es-ES" sz="113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ES" sz="1130" strike="noStrike" u="none">
                <a:solidFill>
                  <a:srgbClr val="000000"/>
                </a:solidFill>
                <a:effectLst/>
                <a:uFillTx/>
                <a:latin typeface="Arial"/>
              </a:rPr>
              <a:t>Cuarto nivel del esquema</a:t>
            </a:r>
            <a:endParaRPr b="0" lang="es-ES" sz="113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ES" sz="1130" strike="noStrike" u="none">
                <a:solidFill>
                  <a:srgbClr val="000000"/>
                </a:solidFill>
                <a:effectLst/>
                <a:uFillTx/>
                <a:latin typeface="Arial"/>
              </a:rPr>
              <a:t>Quinto nivel del esquema</a:t>
            </a:r>
            <a:endParaRPr b="0" lang="es-ES" sz="113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ES" sz="1130" strike="noStrike" u="none">
                <a:solidFill>
                  <a:srgbClr val="000000"/>
                </a:solidFill>
                <a:effectLst/>
                <a:uFillTx/>
                <a:latin typeface="Arial"/>
              </a:rPr>
              <a:t>Sexto nivel del esquema</a:t>
            </a:r>
            <a:endParaRPr b="0" lang="es-ES" sz="113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ES" sz="1130" strike="noStrike" u="none">
                <a:solidFill>
                  <a:srgbClr val="000000"/>
                </a:solidFill>
                <a:effectLst/>
                <a:uFillTx/>
                <a:latin typeface="Arial"/>
              </a:rPr>
              <a:t>Séptimo nivel del esquema</a:t>
            </a:r>
            <a:endParaRPr b="0" lang="es-ES" sz="1130" strike="noStrike" u="none">
              <a:solidFill>
                <a:srgbClr val="000000"/>
              </a:solidFill>
              <a:effectLst/>
              <a:uFillTx/>
              <a:latin typeface="Arial"/>
            </a:endParaRPr>
          </a:p>
        </p:txBody>
      </p:sp>
      <p:sp>
        <p:nvSpPr>
          <p:cNvPr id="101" name="PlaceHolder 3"/>
          <p:cNvSpPr>
            <a:spLocks noGrp="1"/>
          </p:cNvSpPr>
          <p:nvPr>
            <p:ph type="dt" idx="31"/>
          </p:nvPr>
        </p:nvSpPr>
        <p:spPr>
          <a:xfrm>
            <a:off x="822960" y="4844880"/>
            <a:ext cx="1854000" cy="273600"/>
          </a:xfrm>
          <a:prstGeom prst="rect">
            <a:avLst/>
          </a:prstGeom>
          <a:noFill/>
          <a:ln w="0">
            <a:noFill/>
          </a:ln>
        </p:spPr>
        <p:txBody>
          <a:bodyPr lIns="68400" rIns="68400" tIns="34200" bIns="34200" anchor="ctr">
            <a:noAutofit/>
          </a:bodyPr>
          <a:lstStyle>
            <a:lvl1pPr indent="0">
              <a:buNone/>
              <a:defRPr b="0" lang="es-ES" sz="1400" strike="noStrike" u="none">
                <a:solidFill>
                  <a:srgbClr val="000000"/>
                </a:solidFill>
                <a:effectLst/>
                <a:uFillTx/>
                <a:latin typeface="Times New Roman"/>
              </a:defRPr>
            </a:lvl1pPr>
          </a:lstStyle>
          <a:p>
            <a:pPr indent="0">
              <a:buNone/>
            </a:pPr>
            <a:r>
              <a:rPr b="0" lang="es-ES" sz="1400" strike="noStrike" u="none">
                <a:solidFill>
                  <a:srgbClr val="000000"/>
                </a:solidFill>
                <a:effectLst/>
                <a:uFillTx/>
                <a:latin typeface="Times New Roman"/>
              </a:rPr>
              <a:t>&lt;fecha/hora&gt;</a:t>
            </a:r>
            <a:endParaRPr b="0" lang="es-ES" sz="1400" strike="noStrike" u="none">
              <a:solidFill>
                <a:srgbClr val="000000"/>
              </a:solidFill>
              <a:effectLst/>
              <a:uFillTx/>
              <a:latin typeface="Times New Roman"/>
            </a:endParaRPr>
          </a:p>
        </p:txBody>
      </p:sp>
      <p:sp>
        <p:nvSpPr>
          <p:cNvPr id="102" name="PlaceHolder 4"/>
          <p:cNvSpPr>
            <a:spLocks noGrp="1"/>
          </p:cNvSpPr>
          <p:nvPr>
            <p:ph type="ftr" idx="32"/>
          </p:nvPr>
        </p:nvSpPr>
        <p:spPr>
          <a:xfrm>
            <a:off x="2764800" y="4844880"/>
            <a:ext cx="3616920" cy="273600"/>
          </a:xfrm>
          <a:prstGeom prst="rect">
            <a:avLst/>
          </a:prstGeom>
          <a:noFill/>
          <a:ln w="0">
            <a:noFill/>
          </a:ln>
        </p:spPr>
        <p:txBody>
          <a:bodyPr lIns="68400" rIns="68400" tIns="34200" bIns="34200" anchor="ctr">
            <a:noAutofit/>
          </a:bodyPr>
          <a:lstStyle>
            <a:lvl1pPr indent="0" algn="ctr">
              <a:buNone/>
              <a:defRPr b="0" lang="es-ES" sz="1400" strike="noStrike" u="none">
                <a:solidFill>
                  <a:srgbClr val="000000"/>
                </a:solidFill>
                <a:effectLst/>
                <a:uFillTx/>
                <a:latin typeface="Times New Roman"/>
              </a:defRPr>
            </a:lvl1pPr>
          </a:lstStyle>
          <a:p>
            <a:pPr indent="0" algn="ctr">
              <a:buNone/>
            </a:pPr>
            <a:r>
              <a:rPr b="0" lang="es-ES" sz="1400" strike="noStrike" u="none">
                <a:solidFill>
                  <a:srgbClr val="000000"/>
                </a:solidFill>
                <a:effectLst/>
                <a:uFillTx/>
                <a:latin typeface="Times New Roman"/>
              </a:rPr>
              <a:t>&lt;pie de página&gt;</a:t>
            </a:r>
            <a:endParaRPr b="0" lang="es-ES" sz="1400" strike="noStrike" u="none">
              <a:solidFill>
                <a:srgbClr val="000000"/>
              </a:solidFill>
              <a:effectLst/>
              <a:uFillTx/>
              <a:latin typeface="Times New Roman"/>
            </a:endParaRPr>
          </a:p>
        </p:txBody>
      </p:sp>
      <p:sp>
        <p:nvSpPr>
          <p:cNvPr id="103" name="PlaceHolder 5"/>
          <p:cNvSpPr>
            <a:spLocks noGrp="1"/>
          </p:cNvSpPr>
          <p:nvPr>
            <p:ph type="sldNum" idx="33"/>
          </p:nvPr>
        </p:nvSpPr>
        <p:spPr>
          <a:xfrm>
            <a:off x="7425360" y="4844880"/>
            <a:ext cx="983520" cy="27360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ca-ES" sz="790" strike="noStrike" u="none">
                <a:solidFill>
                  <a:srgbClr val="ffffff"/>
                </a:solidFill>
                <a:effectLst/>
                <a:uFillTx/>
                <a:latin typeface="Calibri"/>
                <a:ea typeface="Calibri"/>
              </a:defRPr>
            </a:lvl1pPr>
          </a:lstStyle>
          <a:p>
            <a:pPr indent="0" algn="r">
              <a:lnSpc>
                <a:spcPct val="100000"/>
              </a:lnSpc>
              <a:buNone/>
              <a:tabLst>
                <a:tab algn="l" pos="0"/>
              </a:tabLst>
            </a:pPr>
            <a:fld id="{B7872AC5-9823-41F9-A936-377DB16294BD}" type="slidenum">
              <a:rPr b="0" lang="ca-ES" sz="790" strike="noStrike" u="none">
                <a:solidFill>
                  <a:srgbClr val="ffffff"/>
                </a:solidFill>
                <a:effectLst/>
                <a:uFillTx/>
                <a:latin typeface="Calibri"/>
                <a:ea typeface="Calibri"/>
              </a:rPr>
              <a:t>&lt;número&gt;</a:t>
            </a:fld>
            <a:endParaRPr b="0" lang="es-ES" sz="79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slideLayout" Target="../slideLayouts/slideLayout4.xml"/><Relationship Id="rId8"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3.png"/><Relationship Id="rId3" Type="http://schemas.openxmlformats.org/officeDocument/2006/relationships/slideLayout" Target="../slideLayouts/slideLayout4.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7.png"/><Relationship Id="rId3"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8.jpeg"/><Relationship Id="rId3" Type="http://schemas.openxmlformats.org/officeDocument/2006/relationships/image" Target="../media/image19.jpeg"/><Relationship Id="rId4" Type="http://schemas.openxmlformats.org/officeDocument/2006/relationships/image" Target="../media/image20.jpeg"/><Relationship Id="rId5" Type="http://schemas.openxmlformats.org/officeDocument/2006/relationships/slideLayout" Target="../slideLayouts/slideLayout4.xml"/><Relationship Id="rId6"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Google Shape;105;p13"/>
          <p:cNvSpPr/>
          <p:nvPr/>
        </p:nvSpPr>
        <p:spPr>
          <a:xfrm>
            <a:off x="888120" y="2340720"/>
            <a:ext cx="8597880" cy="392040"/>
          </a:xfrm>
          <a:prstGeom prst="rect">
            <a:avLst/>
          </a:prstGeom>
          <a:noFill/>
          <a:ln w="0">
            <a:noFill/>
          </a:ln>
        </p:spPr>
        <p:style>
          <a:lnRef idx="0"/>
          <a:fillRef idx="0"/>
          <a:effectRef idx="0"/>
          <a:fontRef idx="minor"/>
        </p:style>
        <p:txBody>
          <a:bodyPr lIns="34200" rIns="34200" tIns="34200" bIns="34200" anchor="t">
            <a:spAutoFit/>
          </a:bodyPr>
          <a:p>
            <a:pPr>
              <a:lnSpc>
                <a:spcPct val="100000"/>
              </a:lnSpc>
              <a:tabLst>
                <a:tab algn="l" pos="0"/>
              </a:tabLst>
            </a:pPr>
            <a:r>
              <a:rPr b="0" lang="ca-ES" sz="2100" strike="noStrike" u="none">
                <a:solidFill>
                  <a:srgbClr val="a64d79"/>
                </a:solidFill>
                <a:effectLst/>
                <a:uFillTx/>
                <a:latin typeface="DM Serif Display"/>
                <a:ea typeface="DM Serif Display"/>
              </a:rPr>
              <a:t>N</a:t>
            </a:r>
            <a:r>
              <a:rPr b="0" lang="ca-ES" sz="2100" strike="noStrike" u="none">
                <a:solidFill>
                  <a:schemeClr val="dk1"/>
                </a:solidFill>
                <a:effectLst/>
                <a:uFillTx/>
                <a:latin typeface="DM Serif Display"/>
                <a:ea typeface="DM Serif Display"/>
              </a:rPr>
              <a:t>SMP </a:t>
            </a:r>
            <a:r>
              <a:rPr b="0" lang="ca-ES" sz="2100" strike="noStrike" u="none">
                <a:solidFill>
                  <a:srgbClr val="a64d79"/>
                </a:solidFill>
                <a:effectLst/>
                <a:uFillTx/>
                <a:latin typeface="DM Serif Display"/>
                <a:ea typeface="DM Serif Display"/>
              </a:rPr>
              <a:t>E</a:t>
            </a:r>
            <a:r>
              <a:rPr b="0" lang="ca-ES" sz="2100" strike="noStrike" u="none">
                <a:solidFill>
                  <a:schemeClr val="dk1"/>
                </a:solidFill>
                <a:effectLst/>
                <a:uFillTx/>
                <a:latin typeface="DM Serif Display"/>
                <a:ea typeface="DM Serif Display"/>
              </a:rPr>
              <a:t>ndometrial </a:t>
            </a:r>
            <a:r>
              <a:rPr b="0" lang="ca-ES" sz="2100" strike="noStrike" u="none">
                <a:solidFill>
                  <a:srgbClr val="a64d79"/>
                </a:solidFill>
                <a:effectLst/>
                <a:uFillTx/>
                <a:latin typeface="DM Serif Display"/>
                <a:ea typeface="DM Serif Display"/>
              </a:rPr>
              <a:t>S</a:t>
            </a:r>
            <a:r>
              <a:rPr b="0" lang="ca-ES" sz="2100" strike="noStrike" u="none">
                <a:solidFill>
                  <a:schemeClr val="dk1"/>
                </a:solidFill>
                <a:effectLst/>
                <a:uFillTx/>
                <a:latin typeface="DM Serif Display"/>
                <a:ea typeface="DM Serif Display"/>
              </a:rPr>
              <a:t>tratification </a:t>
            </a:r>
            <a:r>
              <a:rPr b="0" lang="ca-ES" sz="2100" strike="noStrike" u="none">
                <a:solidFill>
                  <a:srgbClr val="a64d79"/>
                </a:solidFill>
                <a:effectLst/>
                <a:uFillTx/>
                <a:latin typeface="DM Serif Display"/>
                <a:ea typeface="DM Serif Display"/>
              </a:rPr>
              <a:t>T</a:t>
            </a:r>
            <a:r>
              <a:rPr b="0" lang="ca-ES" sz="2100" strike="noStrike" u="none">
                <a:solidFill>
                  <a:schemeClr val="dk1"/>
                </a:solidFill>
                <a:effectLst/>
                <a:uFillTx/>
                <a:latin typeface="DM Serif Display"/>
                <a:ea typeface="DM Serif Display"/>
              </a:rPr>
              <a:t>ool</a:t>
            </a:r>
            <a:endParaRPr b="0" lang="es-ES" sz="2100" strike="noStrike" u="none">
              <a:solidFill>
                <a:srgbClr val="000000"/>
              </a:solidFill>
              <a:effectLst/>
              <a:uFillTx/>
              <a:latin typeface="Arial"/>
            </a:endParaRPr>
          </a:p>
        </p:txBody>
      </p:sp>
      <p:sp>
        <p:nvSpPr>
          <p:cNvPr id="111" name="Google Shape;106;p13"/>
          <p:cNvSpPr/>
          <p:nvPr/>
        </p:nvSpPr>
        <p:spPr>
          <a:xfrm>
            <a:off x="888120" y="2817360"/>
            <a:ext cx="9006480" cy="230760"/>
          </a:xfrm>
          <a:prstGeom prst="rect">
            <a:avLst/>
          </a:prstGeom>
          <a:noFill/>
          <a:ln w="0">
            <a:noFill/>
          </a:ln>
        </p:spPr>
        <p:style>
          <a:lnRef idx="0"/>
          <a:fillRef idx="0"/>
          <a:effectRef idx="0"/>
          <a:fontRef idx="minor"/>
        </p:style>
        <p:txBody>
          <a:bodyPr lIns="0" rIns="0" tIns="0" bIns="0" anchor="t">
            <a:spAutoFit/>
          </a:bodyPr>
          <a:p>
            <a:pPr>
              <a:lnSpc>
                <a:spcPct val="350000"/>
              </a:lnSpc>
              <a:tabLst>
                <a:tab algn="l" pos="0"/>
              </a:tabLst>
            </a:pPr>
            <a:r>
              <a:rPr b="1" lang="ca-ES" sz="1500" strike="noStrike" u="none">
                <a:solidFill>
                  <a:schemeClr val="dk1"/>
                </a:solidFill>
                <a:effectLst/>
                <a:uFillTx/>
                <a:latin typeface="DM Serif Display"/>
                <a:ea typeface="DM Serif Display"/>
              </a:rPr>
              <a:t>Grup de Recerca en Patologies Ginecològiques i de la Mama</a:t>
            </a:r>
            <a:endParaRPr b="0" lang="es-ES" sz="1500" strike="noStrike" u="none">
              <a:solidFill>
                <a:srgbClr val="000000"/>
              </a:solidFill>
              <a:effectLst/>
              <a:uFillTx/>
              <a:latin typeface="Arial"/>
            </a:endParaRPr>
          </a:p>
        </p:txBody>
      </p:sp>
      <p:pic>
        <p:nvPicPr>
          <p:cNvPr id="112" name="Google Shape;107;p13" descr=""/>
          <p:cNvPicPr/>
          <p:nvPr/>
        </p:nvPicPr>
        <p:blipFill>
          <a:blip r:embed="rId1"/>
          <a:stretch/>
        </p:blipFill>
        <p:spPr>
          <a:xfrm>
            <a:off x="5974920" y="256320"/>
            <a:ext cx="2928240" cy="541800"/>
          </a:xfrm>
          <a:prstGeom prst="rect">
            <a:avLst/>
          </a:prstGeom>
          <a:noFill/>
          <a:ln w="0">
            <a:noFill/>
          </a:ln>
        </p:spPr>
      </p:pic>
      <p:sp>
        <p:nvSpPr>
          <p:cNvPr id="113" name="Google Shape;108;p13"/>
          <p:cNvSpPr/>
          <p:nvPr/>
        </p:nvSpPr>
        <p:spPr>
          <a:xfrm>
            <a:off x="6714360" y="4012200"/>
            <a:ext cx="1816560" cy="53064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0" i="1" lang="ca-ES" sz="1500" strike="noStrike" u="none">
                <a:solidFill>
                  <a:schemeClr val="dk1"/>
                </a:solidFill>
                <a:effectLst/>
                <a:uFillTx/>
                <a:latin typeface="Arial"/>
                <a:ea typeface="Arial"/>
              </a:rPr>
              <a:t>#BitsxlaMarató</a:t>
            </a:r>
            <a:endParaRPr b="0" lang="es-ES" sz="1500" strike="noStrike" u="none">
              <a:solidFill>
                <a:srgbClr val="000000"/>
              </a:solidFill>
              <a:effectLst/>
              <a:uFillTx/>
              <a:latin typeface="Arial"/>
            </a:endParaRPr>
          </a:p>
          <a:p>
            <a:pPr>
              <a:lnSpc>
                <a:spcPct val="100000"/>
              </a:lnSpc>
              <a:tabLst>
                <a:tab algn="l" pos="0"/>
              </a:tabLst>
            </a:pPr>
            <a:r>
              <a:rPr b="0" i="1" lang="ca-ES" sz="1500" strike="noStrike" u="none">
                <a:solidFill>
                  <a:schemeClr val="dk1"/>
                </a:solidFill>
                <a:effectLst/>
                <a:uFillTx/>
                <a:latin typeface="Arial"/>
                <a:ea typeface="Arial"/>
              </a:rPr>
              <a:t>12 Desembre 2024</a:t>
            </a:r>
            <a:endParaRPr b="0" lang="es-ES" sz="1500" strike="noStrike" u="none">
              <a:solidFill>
                <a:srgbClr val="000000"/>
              </a:solidFill>
              <a:effectLst/>
              <a:uFillTx/>
              <a:latin typeface="Arial"/>
            </a:endParaRPr>
          </a:p>
        </p:txBody>
      </p:sp>
      <p:sp>
        <p:nvSpPr>
          <p:cNvPr id="114" name="Google Shape;109;p13"/>
          <p:cNvSpPr/>
          <p:nvPr/>
        </p:nvSpPr>
        <p:spPr>
          <a:xfrm>
            <a:off x="1203120" y="3307320"/>
            <a:ext cx="6737400" cy="484560"/>
          </a:xfrm>
          <a:prstGeom prst="rect">
            <a:avLst/>
          </a:prstGeom>
          <a:noFill/>
          <a:ln w="0">
            <a:noFill/>
          </a:ln>
        </p:spPr>
        <p:style>
          <a:lnRef idx="0"/>
          <a:fillRef idx="0"/>
          <a:effectRef idx="0"/>
          <a:fontRef idx="minor"/>
        </p:style>
        <p:txBody>
          <a:bodyPr lIns="68400" rIns="68400" tIns="34200" bIns="34200" anchor="t">
            <a:spAutoFit/>
          </a:bodyPr>
          <a:p>
            <a:pPr algn="ctr">
              <a:lnSpc>
                <a:spcPct val="100000"/>
              </a:lnSpc>
              <a:tabLst>
                <a:tab algn="l" pos="0"/>
              </a:tabLst>
            </a:pPr>
            <a:r>
              <a:rPr b="0" lang="ca-ES" sz="1350" strike="noStrike" u="none">
                <a:solidFill>
                  <a:schemeClr val="dk1"/>
                </a:solidFill>
                <a:effectLst/>
                <a:uFillTx/>
                <a:latin typeface="Arial"/>
                <a:ea typeface="Arial"/>
              </a:rPr>
              <a:t>Alba Farrés, Ramon Rovira, Silvia Martorell, Andrea Amadeo, Miguel Ángel Rios, Nicolás Martínez, Elisa Llurba, Silvia Cabrera. </a:t>
            </a:r>
            <a:endParaRPr b="0" lang="es-ES" sz="1350" strike="noStrike" u="none">
              <a:solidFill>
                <a:srgbClr val="000000"/>
              </a:solidFill>
              <a:effectLst/>
              <a:uFillTx/>
              <a:latin typeface="Arial"/>
            </a:endParaRPr>
          </a:p>
        </p:txBody>
      </p:sp>
      <p:sp>
        <p:nvSpPr>
          <p:cNvPr id="115" name="Google Shape;110;p13"/>
          <p:cNvSpPr/>
          <p:nvPr/>
        </p:nvSpPr>
        <p:spPr>
          <a:xfrm rot="20066400">
            <a:off x="1027440" y="665640"/>
            <a:ext cx="3335760" cy="1107720"/>
          </a:xfrm>
          <a:prstGeom prst="rect">
            <a:avLst/>
          </a:prstGeom>
          <a:noFill/>
          <a:ln w="0">
            <a:noFill/>
          </a:ln>
        </p:spPr>
        <p:style>
          <a:lnRef idx="0"/>
          <a:fillRef idx="0"/>
          <a:effectRef idx="0"/>
          <a:fontRef idx="minor"/>
        </p:style>
        <p:txBody>
          <a:bodyPr lIns="68400" rIns="68400" tIns="68400" bIns="68400" anchor="t">
            <a:spAutoFit/>
          </a:bodyPr>
          <a:p>
            <a:pPr algn="ctr">
              <a:lnSpc>
                <a:spcPct val="100000"/>
              </a:lnSpc>
              <a:tabLst>
                <a:tab algn="l" pos="0"/>
              </a:tabLst>
            </a:pPr>
            <a:r>
              <a:rPr b="0" lang="ca-ES" sz="3150" strike="noStrike" u="none">
                <a:solidFill>
                  <a:srgbClr val="3f3f3f"/>
                </a:solidFill>
                <a:effectLst/>
                <a:highlight>
                  <a:srgbClr val="d9d2e9"/>
                </a:highlight>
                <a:uFillTx/>
                <a:latin typeface="DM Serif Display"/>
                <a:ea typeface="DM Serif Display"/>
              </a:rPr>
              <a:t>Hack the Uterus </a:t>
            </a:r>
            <a:r>
              <a:rPr b="1" lang="ca-ES" sz="3150" strike="noStrike" u="none">
                <a:solidFill>
                  <a:srgbClr val="3f3f3f"/>
                </a:solidFill>
                <a:effectLst/>
                <a:highlight>
                  <a:srgbClr val="d9d2e9"/>
                </a:highlight>
                <a:uFillTx/>
                <a:latin typeface="DM Serif Display"/>
                <a:ea typeface="DM Serif Display"/>
              </a:rPr>
              <a:t>!</a:t>
            </a:r>
            <a:r>
              <a:rPr b="0" lang="ca-ES" sz="3150" strike="noStrike" u="none">
                <a:solidFill>
                  <a:srgbClr val="3f3f3f"/>
                </a:solidFill>
                <a:effectLst/>
                <a:highlight>
                  <a:srgbClr val="d9d2e9"/>
                </a:highlight>
                <a:uFillTx/>
                <a:latin typeface="DM Serif Display"/>
                <a:ea typeface="DM Serif Display"/>
              </a:rPr>
              <a:t>: </a:t>
            </a:r>
            <a:endParaRPr b="0" lang="es-ES" sz="3150" strike="noStrike" u="none">
              <a:solidFill>
                <a:srgbClr val="000000"/>
              </a:solidFill>
              <a:effectLst/>
              <a:uFillTx/>
              <a:latin typeface="Arial"/>
            </a:endParaRPr>
          </a:p>
          <a:p>
            <a:pPr algn="ctr">
              <a:lnSpc>
                <a:spcPct val="100000"/>
              </a:lnSpc>
              <a:tabLst>
                <a:tab algn="l" pos="0"/>
              </a:tabLst>
            </a:pPr>
            <a:r>
              <a:rPr b="0" lang="ca-ES" sz="3150" strike="noStrike" u="none">
                <a:solidFill>
                  <a:srgbClr val="3f3f3f"/>
                </a:solidFill>
                <a:effectLst/>
                <a:highlight>
                  <a:srgbClr val="d9d2e9"/>
                </a:highlight>
                <a:uFillTx/>
                <a:latin typeface="DM Serif Display"/>
                <a:ea typeface="DM Serif Display"/>
              </a:rPr>
              <a:t>el repte </a:t>
            </a:r>
            <a:r>
              <a:rPr b="0" lang="ca-ES" sz="3150" strike="noStrike" u="none">
                <a:solidFill>
                  <a:srgbClr val="a64d79"/>
                </a:solidFill>
                <a:effectLst/>
                <a:highlight>
                  <a:srgbClr val="d9d2e9"/>
                </a:highlight>
                <a:uFillTx/>
                <a:latin typeface="DM Serif Display"/>
                <a:ea typeface="DM Serif Display"/>
              </a:rPr>
              <a:t>NEST</a:t>
            </a:r>
            <a:endParaRPr b="0" lang="es-ES" sz="3150" strike="noStrike" u="none">
              <a:solidFill>
                <a:srgbClr val="000000"/>
              </a:solidFill>
              <a:effectLst/>
              <a:uFillTx/>
              <a:latin typeface="Arial"/>
            </a:endParaRPr>
          </a:p>
        </p:txBody>
      </p:sp>
      <p:pic>
        <p:nvPicPr>
          <p:cNvPr id="116" name="Google Shape;111;p13" descr=""/>
          <p:cNvPicPr/>
          <p:nvPr/>
        </p:nvPicPr>
        <p:blipFill>
          <a:blip r:embed="rId2"/>
          <a:srcRect l="-4909" t="0" r="4909" b="0"/>
          <a:stretch/>
        </p:blipFill>
        <p:spPr>
          <a:xfrm>
            <a:off x="6398640" y="948600"/>
            <a:ext cx="2081520" cy="54180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901440" y="601560"/>
            <a:ext cx="7543440" cy="617400"/>
          </a:xfrm>
          <a:prstGeom prst="rect">
            <a:avLst/>
          </a:prstGeom>
          <a:noFill/>
          <a:ln w="0">
            <a:noFill/>
          </a:ln>
        </p:spPr>
        <p:txBody>
          <a:bodyPr lIns="34200" rIns="34200" tIns="34200" bIns="34200" anchor="b">
            <a:spAutoFit/>
          </a:bodyPr>
          <a:p>
            <a:pPr indent="0">
              <a:lnSpc>
                <a:spcPct val="85000"/>
              </a:lnSpc>
              <a:buNone/>
              <a:tabLst>
                <a:tab algn="l" pos="0"/>
              </a:tabLst>
            </a:pPr>
            <a:r>
              <a:rPr b="0" lang="ca-ES" sz="2700" strike="noStrike" u="none">
                <a:solidFill>
                  <a:schemeClr val="dk1"/>
                </a:solidFill>
                <a:effectLst/>
                <a:uFillTx/>
                <a:latin typeface="DM Serif Display"/>
                <a:ea typeface="DM Serif Display"/>
              </a:rPr>
              <a:t>Endometrial cancer: the molecular era</a:t>
            </a:r>
            <a:endParaRPr b="0" lang="es-ES" sz="2700" strike="noStrike" u="none">
              <a:solidFill>
                <a:srgbClr val="000000"/>
              </a:solidFill>
              <a:effectLst/>
              <a:uFillTx/>
              <a:latin typeface="Arial"/>
            </a:endParaRPr>
          </a:p>
        </p:txBody>
      </p:sp>
      <p:pic>
        <p:nvPicPr>
          <p:cNvPr id="118" name="Google Shape;118;p14" descr=""/>
          <p:cNvPicPr/>
          <p:nvPr/>
        </p:nvPicPr>
        <p:blipFill>
          <a:blip r:embed="rId1"/>
          <a:stretch/>
        </p:blipFill>
        <p:spPr>
          <a:xfrm>
            <a:off x="6746400" y="57600"/>
            <a:ext cx="2397240" cy="443520"/>
          </a:xfrm>
          <a:prstGeom prst="rect">
            <a:avLst/>
          </a:prstGeom>
          <a:noFill/>
          <a:ln w="0">
            <a:noFill/>
          </a:ln>
        </p:spPr>
      </p:pic>
      <p:sp>
        <p:nvSpPr>
          <p:cNvPr id="119" name="Google Shape;119;p14"/>
          <p:cNvSpPr/>
          <p:nvPr/>
        </p:nvSpPr>
        <p:spPr>
          <a:xfrm>
            <a:off x="1783080" y="1743120"/>
            <a:ext cx="5577120" cy="2335680"/>
          </a:xfrm>
          <a:custGeom>
            <a:avLst/>
            <a:gdLst>
              <a:gd name="textAreaLeft" fmla="*/ 0 w 5577120"/>
              <a:gd name="textAreaRight" fmla="*/ 5577480 w 5577120"/>
              <a:gd name="textAreaTop" fmla="*/ 0 h 2335680"/>
              <a:gd name="textAreaBottom" fmla="*/ 2336040 h 2335680"/>
            </a:gdLst>
            <a:ahLst/>
            <a:cxnLst/>
            <a:rect l="textAreaLeft" t="textAreaTop" r="textAreaRight" b="textAreaBottom"/>
            <a:pathLst>
              <a:path fill="none" w="7436644" h="3114675">
                <a:moveTo>
                  <a:pt x="0" y="519123"/>
                </a:moveTo>
                <a:cubicBezTo>
                  <a:pt x="-23135" y="229915"/>
                  <a:pt x="219672" y="-233"/>
                  <a:pt x="519123" y="0"/>
                </a:cubicBezTo>
                <a:cubicBezTo>
                  <a:pt x="810043" y="-7585"/>
                  <a:pt x="928005" y="-57208"/>
                  <a:pt x="1239441" y="0"/>
                </a:cubicBezTo>
                <a:lnTo>
                  <a:pt x="1239441" y="0"/>
                </a:lnTo>
                <a:cubicBezTo>
                  <a:pt x="1690298" y="89791"/>
                  <a:pt x="2824058" y="54804"/>
                  <a:pt x="3098602" y="0"/>
                </a:cubicBezTo>
                <a:cubicBezTo>
                  <a:pt x="4698549" y="138267"/>
                  <a:pt x="5733111" y="66887"/>
                  <a:pt x="6917521" y="0"/>
                </a:cubicBezTo>
                <a:cubicBezTo>
                  <a:pt x="7204163" y="16296"/>
                  <a:pt x="7425605" y="236671"/>
                  <a:pt x="7436644" y="519123"/>
                </a:cubicBezTo>
                <a:cubicBezTo>
                  <a:pt x="7552646" y="696368"/>
                  <a:pt x="7530364" y="1356210"/>
                  <a:pt x="7436644" y="1816894"/>
                </a:cubicBezTo>
                <a:lnTo>
                  <a:pt x="7436644" y="1816894"/>
                </a:lnTo>
                <a:cubicBezTo>
                  <a:pt x="7391547" y="1983739"/>
                  <a:pt x="7506525" y="2345260"/>
                  <a:pt x="7436644" y="2595563"/>
                </a:cubicBezTo>
                <a:cubicBezTo>
                  <a:pt x="7436644" y="2595557"/>
                  <a:pt x="7436643" y="2595555"/>
                  <a:pt x="7436644" y="2595552"/>
                </a:cubicBezTo>
                <a:cubicBezTo>
                  <a:pt x="7455245" y="2923958"/>
                  <a:pt x="7180622" y="3077381"/>
                  <a:pt x="6917521" y="3114675"/>
                </a:cubicBezTo>
                <a:cubicBezTo>
                  <a:pt x="5939929" y="2950471"/>
                  <a:pt x="4864796" y="3242190"/>
                  <a:pt x="3098602" y="3114675"/>
                </a:cubicBezTo>
                <a:cubicBezTo>
                  <a:pt x="2877186" y="3302969"/>
                  <a:pt x="2397065" y="3383680"/>
                  <a:pt x="2169046" y="3504009"/>
                </a:cubicBezTo>
                <a:cubicBezTo>
                  <a:pt x="1894831" y="3370239"/>
                  <a:pt x="1362508" y="3254462"/>
                  <a:pt x="1239441" y="3114675"/>
                </a:cubicBezTo>
                <a:cubicBezTo>
                  <a:pt x="1144478" y="3123583"/>
                  <a:pt x="823466" y="3154817"/>
                  <a:pt x="519123" y="3114675"/>
                </a:cubicBezTo>
                <a:cubicBezTo>
                  <a:pt x="238467" y="3139181"/>
                  <a:pt x="8206" y="2909291"/>
                  <a:pt x="0" y="2595552"/>
                </a:cubicBezTo>
                <a:cubicBezTo>
                  <a:pt x="1" y="2595557"/>
                  <a:pt x="0" y="2595560"/>
                  <a:pt x="0" y="2595563"/>
                </a:cubicBezTo>
                <a:cubicBezTo>
                  <a:pt x="66572" y="2499865"/>
                  <a:pt x="22582" y="2167151"/>
                  <a:pt x="0" y="1816894"/>
                </a:cubicBezTo>
                <a:lnTo>
                  <a:pt x="0" y="1816894"/>
                </a:lnTo>
                <a:cubicBezTo>
                  <a:pt x="103286" y="1585157"/>
                  <a:pt x="-20522" y="790145"/>
                  <a:pt x="0" y="519123"/>
                </a:cubicBezTo>
                <a:close/>
              </a:path>
              <a:path w="7436644" h="3114675">
                <a:moveTo>
                  <a:pt x="0" y="519123"/>
                </a:moveTo>
                <a:cubicBezTo>
                  <a:pt x="23139" y="242652"/>
                  <a:pt x="242071" y="4991"/>
                  <a:pt x="519123" y="0"/>
                </a:cubicBezTo>
                <a:cubicBezTo>
                  <a:pt x="751784" y="53890"/>
                  <a:pt x="1145410" y="25111"/>
                  <a:pt x="1239441" y="0"/>
                </a:cubicBezTo>
                <a:lnTo>
                  <a:pt x="1239441" y="0"/>
                </a:lnTo>
                <a:cubicBezTo>
                  <a:pt x="1657334" y="15238"/>
                  <a:pt x="2418436" y="-73117"/>
                  <a:pt x="3098602" y="0"/>
                </a:cubicBezTo>
                <a:cubicBezTo>
                  <a:pt x="4548175" y="53380"/>
                  <a:pt x="5129937" y="120753"/>
                  <a:pt x="6917521" y="0"/>
                </a:cubicBezTo>
                <a:cubicBezTo>
                  <a:pt x="7197889" y="-871"/>
                  <a:pt x="7399399" y="236490"/>
                  <a:pt x="7436644" y="519123"/>
                </a:cubicBezTo>
                <a:cubicBezTo>
                  <a:pt x="7450948" y="761689"/>
                  <a:pt x="7420837" y="1248364"/>
                  <a:pt x="7436644" y="1816894"/>
                </a:cubicBezTo>
                <a:lnTo>
                  <a:pt x="7436644" y="1816894"/>
                </a:lnTo>
                <a:cubicBezTo>
                  <a:pt x="7471059" y="2194150"/>
                  <a:pt x="7405993" y="2514304"/>
                  <a:pt x="7436644" y="2595563"/>
                </a:cubicBezTo>
                <a:cubicBezTo>
                  <a:pt x="7436645" y="2595558"/>
                  <a:pt x="7436645" y="2595554"/>
                  <a:pt x="7436644" y="2595552"/>
                </a:cubicBezTo>
                <a:cubicBezTo>
                  <a:pt x="7476215" y="2894259"/>
                  <a:pt x="7150362" y="3122291"/>
                  <a:pt x="6917521" y="3114675"/>
                </a:cubicBezTo>
                <a:cubicBezTo>
                  <a:pt x="5585806" y="3017754"/>
                  <a:pt x="3500735" y="3101483"/>
                  <a:pt x="3098602" y="3114675"/>
                </a:cubicBezTo>
                <a:cubicBezTo>
                  <a:pt x="2941195" y="3139922"/>
                  <a:pt x="2528414" y="3349491"/>
                  <a:pt x="2169046" y="3504009"/>
                </a:cubicBezTo>
                <a:cubicBezTo>
                  <a:pt x="1771790" y="3344254"/>
                  <a:pt x="1629078" y="3196557"/>
                  <a:pt x="1239441" y="3114675"/>
                </a:cubicBezTo>
                <a:cubicBezTo>
                  <a:pt x="1013555" y="3159713"/>
                  <a:pt x="774301" y="3100822"/>
                  <a:pt x="519123" y="3114675"/>
                </a:cubicBezTo>
                <a:cubicBezTo>
                  <a:pt x="240872" y="3112249"/>
                  <a:pt x="-10576" y="2874667"/>
                  <a:pt x="0" y="2595552"/>
                </a:cubicBezTo>
                <a:cubicBezTo>
                  <a:pt x="0" y="2595557"/>
                  <a:pt x="0" y="2595562"/>
                  <a:pt x="0" y="2595563"/>
                </a:cubicBezTo>
                <a:cubicBezTo>
                  <a:pt x="30766" y="2475235"/>
                  <a:pt x="5095" y="2036155"/>
                  <a:pt x="0" y="1816894"/>
                </a:cubicBezTo>
                <a:lnTo>
                  <a:pt x="0" y="1816894"/>
                </a:lnTo>
                <a:cubicBezTo>
                  <a:pt x="-61982" y="1275587"/>
                  <a:pt x="-39741" y="1106150"/>
                  <a:pt x="0" y="519123"/>
                </a:cubicBezTo>
                <a:close/>
              </a:path>
            </a:pathLst>
          </a:custGeom>
          <a:solidFill>
            <a:srgbClr val="f2f1e4"/>
          </a:solidFill>
          <a:ln w="9525">
            <a:solidFill>
              <a:srgbClr val="c2bc80"/>
            </a:solidFill>
            <a:round/>
          </a:ln>
        </p:spPr>
        <p:style>
          <a:lnRef idx="0"/>
          <a:fillRef idx="0"/>
          <a:effectRef idx="0"/>
          <a:fontRef idx="minor"/>
        </p:style>
        <p:txBody>
          <a:bodyPr lIns="68400" rIns="68400" tIns="34200" bIns="34200" anchor="ctr">
            <a:noAutofit/>
          </a:bodyPr>
          <a:p>
            <a:pPr>
              <a:lnSpc>
                <a:spcPct val="100000"/>
              </a:lnSpc>
              <a:tabLst>
                <a:tab algn="l" pos="0"/>
              </a:tabLst>
            </a:pPr>
            <a:r>
              <a:rPr b="1" lang="ca-ES" sz="1350" strike="noStrike" u="none">
                <a:solidFill>
                  <a:schemeClr val="dk1"/>
                </a:solidFill>
                <a:effectLst/>
                <a:uFillTx/>
                <a:latin typeface="Calibri"/>
                <a:ea typeface="Calibri"/>
              </a:rPr>
              <a:t>Most common </a:t>
            </a:r>
            <a:r>
              <a:rPr b="0" lang="ca-ES" sz="1350" strike="noStrike" u="none">
                <a:solidFill>
                  <a:schemeClr val="dk1"/>
                </a:solidFill>
                <a:effectLst/>
                <a:uFillTx/>
                <a:latin typeface="Calibri"/>
                <a:ea typeface="Calibri"/>
              </a:rPr>
              <a:t>gynecologic</a:t>
            </a:r>
            <a:r>
              <a:rPr b="1" lang="ca-ES" sz="1350" strike="noStrike" u="none">
                <a:solidFill>
                  <a:schemeClr val="dk1"/>
                </a:solidFill>
                <a:effectLst/>
                <a:uFillTx/>
                <a:latin typeface="Calibri"/>
                <a:ea typeface="Calibri"/>
              </a:rPr>
              <a:t> cancer</a:t>
            </a:r>
            <a:r>
              <a:rPr b="0" lang="ca-ES" sz="1350" strike="noStrike" u="none">
                <a:solidFill>
                  <a:schemeClr val="dk1"/>
                </a:solidFill>
                <a:effectLst/>
                <a:uFillTx/>
                <a:latin typeface="Calibri"/>
                <a:ea typeface="Calibri"/>
              </a:rPr>
              <a:t> in developed countries; incidence</a:t>
            </a:r>
            <a:r>
              <a:rPr b="1" lang="ca-ES" sz="1350" strike="noStrike" u="none">
                <a:solidFill>
                  <a:schemeClr val="dk1"/>
                </a:solidFill>
                <a:effectLst/>
                <a:uFillTx/>
                <a:latin typeface="Calibri"/>
                <a:ea typeface="Calibri"/>
              </a:rPr>
              <a:t> rising</a:t>
            </a:r>
            <a:endParaRPr b="0" lang="es-ES" sz="1350" strike="noStrike" u="none">
              <a:solidFill>
                <a:srgbClr val="000000"/>
              </a:solidFill>
              <a:effectLst/>
              <a:uFillTx/>
              <a:latin typeface="Arial"/>
            </a:endParaRPr>
          </a:p>
          <a:p>
            <a:pPr>
              <a:lnSpc>
                <a:spcPct val="100000"/>
              </a:lnSpc>
              <a:tabLst>
                <a:tab algn="l" pos="0"/>
              </a:tabLst>
            </a:pPr>
            <a:r>
              <a:rPr b="1" lang="ca-ES" sz="1350" strike="noStrike" u="none">
                <a:solidFill>
                  <a:schemeClr val="dk1"/>
                </a:solidFill>
                <a:effectLst/>
                <a:uFillTx/>
                <a:latin typeface="Calibri"/>
                <a:ea typeface="Calibri"/>
              </a:rPr>
              <a:t>Typical age:</a:t>
            </a:r>
            <a:r>
              <a:rPr b="0" lang="ca-ES" sz="1350" strike="noStrike" u="none">
                <a:solidFill>
                  <a:schemeClr val="dk1"/>
                </a:solidFill>
                <a:effectLst/>
                <a:uFillTx/>
                <a:latin typeface="Calibri"/>
                <a:ea typeface="Calibri"/>
              </a:rPr>
              <a:t> 60–65 years</a:t>
            </a:r>
            <a:endParaRPr b="0" lang="es-ES" sz="1350" strike="noStrike" u="none">
              <a:solidFill>
                <a:srgbClr val="000000"/>
              </a:solidFill>
              <a:effectLst/>
              <a:uFillTx/>
              <a:latin typeface="Arial"/>
            </a:endParaRPr>
          </a:p>
          <a:p>
            <a:pPr>
              <a:lnSpc>
                <a:spcPct val="100000"/>
              </a:lnSpc>
              <a:tabLst>
                <a:tab algn="l" pos="0"/>
              </a:tabLst>
            </a:pPr>
            <a:r>
              <a:rPr b="0" lang="ca-ES" sz="1350" strike="noStrike" u="none">
                <a:solidFill>
                  <a:schemeClr val="dk1"/>
                </a:solidFill>
                <a:effectLst/>
                <a:uFillTx/>
                <a:latin typeface="Calibri"/>
                <a:ea typeface="Calibri"/>
              </a:rPr>
              <a:t>Key </a:t>
            </a:r>
            <a:r>
              <a:rPr b="1" lang="ca-ES" sz="1350" strike="noStrike" u="none">
                <a:solidFill>
                  <a:schemeClr val="dk1"/>
                </a:solidFill>
                <a:effectLst/>
                <a:uFillTx/>
                <a:latin typeface="Calibri"/>
                <a:ea typeface="Calibri"/>
              </a:rPr>
              <a:t>symptom:</a:t>
            </a:r>
            <a:r>
              <a:rPr b="0" lang="ca-ES" sz="1350" strike="noStrike" u="none">
                <a:solidFill>
                  <a:schemeClr val="dk1"/>
                </a:solidFill>
                <a:effectLst/>
                <a:uFillTx/>
                <a:latin typeface="Calibri"/>
                <a:ea typeface="Calibri"/>
              </a:rPr>
              <a:t> postmenopausal </a:t>
            </a:r>
            <a:r>
              <a:rPr b="1" lang="ca-ES" sz="1350" strike="noStrike" u="none">
                <a:solidFill>
                  <a:schemeClr val="dk1"/>
                </a:solidFill>
                <a:effectLst/>
                <a:uFillTx/>
                <a:latin typeface="Calibri"/>
                <a:ea typeface="Calibri"/>
              </a:rPr>
              <a:t>abnormal </a:t>
            </a:r>
            <a:r>
              <a:rPr b="0" lang="ca-ES" sz="1350" strike="noStrike" u="none">
                <a:solidFill>
                  <a:schemeClr val="dk1"/>
                </a:solidFill>
                <a:effectLst/>
                <a:uFillTx/>
                <a:latin typeface="Calibri"/>
                <a:ea typeface="Calibri"/>
              </a:rPr>
              <a:t>uterine</a:t>
            </a:r>
            <a:r>
              <a:rPr b="1" lang="ca-ES" sz="1350" strike="noStrike" u="none">
                <a:solidFill>
                  <a:schemeClr val="dk1"/>
                </a:solidFill>
                <a:effectLst/>
                <a:uFillTx/>
                <a:latin typeface="Calibri"/>
                <a:ea typeface="Calibri"/>
              </a:rPr>
              <a:t> bleeding</a:t>
            </a:r>
            <a:endParaRPr b="0" lang="es-ES" sz="1350" strike="noStrike" u="none">
              <a:solidFill>
                <a:srgbClr val="000000"/>
              </a:solidFill>
              <a:effectLst/>
              <a:uFillTx/>
              <a:latin typeface="Arial"/>
            </a:endParaRPr>
          </a:p>
          <a:p>
            <a:pPr>
              <a:lnSpc>
                <a:spcPct val="100000"/>
              </a:lnSpc>
              <a:tabLst>
                <a:tab algn="l" pos="0"/>
              </a:tabLst>
            </a:pPr>
            <a:r>
              <a:rPr b="1" lang="ca-ES" sz="1350" strike="noStrike" u="none">
                <a:solidFill>
                  <a:schemeClr val="dk1"/>
                </a:solidFill>
                <a:effectLst/>
                <a:uFillTx/>
                <a:latin typeface="Calibri"/>
                <a:ea typeface="Calibri"/>
              </a:rPr>
              <a:t>Risk </a:t>
            </a:r>
            <a:r>
              <a:rPr b="0" lang="ca-ES" sz="1350" strike="noStrike" u="none">
                <a:solidFill>
                  <a:schemeClr val="dk1"/>
                </a:solidFill>
                <a:effectLst/>
                <a:uFillTx/>
                <a:latin typeface="Calibri"/>
                <a:ea typeface="Calibri"/>
              </a:rPr>
              <a:t>factors</a:t>
            </a:r>
            <a:r>
              <a:rPr b="1" lang="ca-ES" sz="1350" strike="noStrike" u="none">
                <a:solidFill>
                  <a:schemeClr val="dk1"/>
                </a:solidFill>
                <a:effectLst/>
                <a:uFillTx/>
                <a:latin typeface="Calibri"/>
                <a:ea typeface="Calibri"/>
              </a:rPr>
              <a:t>:</a:t>
            </a:r>
            <a:r>
              <a:rPr b="0" lang="ca-ES" sz="1350" strike="noStrike" u="none">
                <a:solidFill>
                  <a:schemeClr val="dk1"/>
                </a:solidFill>
                <a:effectLst/>
                <a:uFillTx/>
                <a:latin typeface="Calibri"/>
                <a:ea typeface="Calibri"/>
              </a:rPr>
              <a:t> </a:t>
            </a:r>
            <a:r>
              <a:rPr b="1" lang="ca-ES" sz="1350" strike="noStrike" u="none">
                <a:solidFill>
                  <a:schemeClr val="dk1"/>
                </a:solidFill>
                <a:effectLst/>
                <a:uFillTx/>
                <a:latin typeface="Calibri"/>
                <a:ea typeface="Calibri"/>
              </a:rPr>
              <a:t>obesity</a:t>
            </a:r>
            <a:r>
              <a:rPr b="0" lang="ca-ES" sz="1350" strike="noStrike" u="none">
                <a:solidFill>
                  <a:schemeClr val="dk1"/>
                </a:solidFill>
                <a:effectLst/>
                <a:uFillTx/>
                <a:latin typeface="Calibri"/>
                <a:ea typeface="Calibri"/>
              </a:rPr>
              <a:t>, </a:t>
            </a:r>
            <a:r>
              <a:rPr b="1" lang="ca-ES" sz="1350" strike="noStrike" u="none">
                <a:solidFill>
                  <a:schemeClr val="dk1"/>
                </a:solidFill>
                <a:effectLst/>
                <a:uFillTx/>
                <a:latin typeface="Calibri"/>
                <a:ea typeface="Calibri"/>
              </a:rPr>
              <a:t>nulliparity</a:t>
            </a:r>
            <a:r>
              <a:rPr b="0" lang="ca-ES" sz="1350" strike="noStrike" u="none">
                <a:solidFill>
                  <a:schemeClr val="dk1"/>
                </a:solidFill>
                <a:effectLst/>
                <a:uFillTx/>
                <a:latin typeface="Calibri"/>
                <a:ea typeface="Calibri"/>
              </a:rPr>
              <a:t>, </a:t>
            </a:r>
            <a:r>
              <a:rPr b="1" lang="ca-ES" sz="1350" strike="noStrike" u="none">
                <a:solidFill>
                  <a:schemeClr val="dk1"/>
                </a:solidFill>
                <a:effectLst/>
                <a:uFillTx/>
                <a:latin typeface="Calibri"/>
                <a:ea typeface="Calibri"/>
              </a:rPr>
              <a:t>metabolic syndrome/diabetes</a:t>
            </a:r>
            <a:r>
              <a:rPr b="0" lang="ca-ES" sz="1350" strike="noStrike" u="none">
                <a:solidFill>
                  <a:schemeClr val="dk1"/>
                </a:solidFill>
                <a:effectLst/>
                <a:uFillTx/>
                <a:latin typeface="Calibri"/>
                <a:ea typeface="Calibri"/>
              </a:rPr>
              <a:t> </a:t>
            </a:r>
            <a:endParaRPr b="0" lang="es-ES" sz="1350" strike="noStrike" u="none">
              <a:solidFill>
                <a:srgbClr val="000000"/>
              </a:solidFill>
              <a:effectLst/>
              <a:uFillTx/>
              <a:latin typeface="Arial"/>
            </a:endParaRPr>
          </a:p>
          <a:p>
            <a:pPr>
              <a:lnSpc>
                <a:spcPct val="100000"/>
              </a:lnSpc>
              <a:tabLst>
                <a:tab algn="l" pos="0"/>
              </a:tabLst>
            </a:pPr>
            <a:r>
              <a:rPr b="1" lang="ca-ES" sz="1350" strike="noStrike" u="none">
                <a:solidFill>
                  <a:schemeClr val="dk1"/>
                </a:solidFill>
                <a:effectLst/>
                <a:uFillTx/>
                <a:latin typeface="Calibri"/>
                <a:ea typeface="Calibri"/>
              </a:rPr>
              <a:t>Histology:</a:t>
            </a:r>
            <a:r>
              <a:rPr b="0" lang="ca-ES" sz="1350" strike="noStrike" u="none">
                <a:solidFill>
                  <a:schemeClr val="dk1"/>
                </a:solidFill>
                <a:effectLst/>
                <a:uFillTx/>
                <a:latin typeface="Calibri"/>
                <a:ea typeface="Calibri"/>
              </a:rPr>
              <a:t> mainly </a:t>
            </a:r>
            <a:r>
              <a:rPr b="1" lang="ca-ES" sz="1350" strike="noStrike" u="none">
                <a:solidFill>
                  <a:schemeClr val="dk1"/>
                </a:solidFill>
                <a:effectLst/>
                <a:uFillTx/>
                <a:latin typeface="Calibri"/>
                <a:ea typeface="Calibri"/>
              </a:rPr>
              <a:t>endometrioid</a:t>
            </a:r>
            <a:r>
              <a:rPr b="0" lang="ca-ES" sz="1350" strike="noStrike" u="none">
                <a:solidFill>
                  <a:schemeClr val="dk1"/>
                </a:solidFill>
                <a:effectLst/>
                <a:uFillTx/>
                <a:latin typeface="Calibri"/>
                <a:ea typeface="Calibri"/>
              </a:rPr>
              <a:t>; </a:t>
            </a:r>
            <a:r>
              <a:rPr b="1" lang="ca-ES" sz="1350" strike="noStrike" u="none">
                <a:solidFill>
                  <a:schemeClr val="dk1"/>
                </a:solidFill>
                <a:effectLst/>
                <a:uFillTx/>
                <a:latin typeface="Calibri"/>
                <a:ea typeface="Calibri"/>
              </a:rPr>
              <a:t>serous/clear cell</a:t>
            </a:r>
            <a:r>
              <a:rPr b="0" lang="ca-ES" sz="1350" strike="noStrike" u="none">
                <a:solidFill>
                  <a:schemeClr val="dk1"/>
                </a:solidFill>
                <a:effectLst/>
                <a:uFillTx/>
                <a:latin typeface="Calibri"/>
                <a:ea typeface="Calibri"/>
              </a:rPr>
              <a:t> less common but more aggressive</a:t>
            </a:r>
            <a:endParaRPr b="0" lang="es-ES" sz="1350" strike="noStrike" u="none">
              <a:solidFill>
                <a:srgbClr val="000000"/>
              </a:solidFill>
              <a:effectLst/>
              <a:uFillTx/>
              <a:latin typeface="Arial"/>
            </a:endParaRPr>
          </a:p>
          <a:p>
            <a:pPr>
              <a:lnSpc>
                <a:spcPct val="100000"/>
              </a:lnSpc>
              <a:tabLst>
                <a:tab algn="l" pos="0"/>
              </a:tabLst>
            </a:pPr>
            <a:r>
              <a:rPr b="0" lang="ca-ES" sz="1350" strike="noStrike" u="none">
                <a:solidFill>
                  <a:schemeClr val="dk1"/>
                </a:solidFill>
                <a:effectLst/>
                <a:uFillTx/>
                <a:latin typeface="Calibri"/>
                <a:ea typeface="Calibri"/>
              </a:rPr>
              <a:t>Primary</a:t>
            </a:r>
            <a:r>
              <a:rPr b="1" lang="ca-ES" sz="1350" strike="noStrike" u="none">
                <a:solidFill>
                  <a:schemeClr val="dk1"/>
                </a:solidFill>
                <a:effectLst/>
                <a:uFillTx/>
                <a:latin typeface="Calibri"/>
                <a:ea typeface="Calibri"/>
              </a:rPr>
              <a:t> treatment:</a:t>
            </a:r>
            <a:r>
              <a:rPr b="0" lang="ca-ES" sz="1350" strike="noStrike" u="none">
                <a:solidFill>
                  <a:schemeClr val="dk1"/>
                </a:solidFill>
                <a:effectLst/>
                <a:uFillTx/>
                <a:latin typeface="Calibri"/>
                <a:ea typeface="Calibri"/>
              </a:rPr>
              <a:t> </a:t>
            </a:r>
            <a:r>
              <a:rPr b="1" lang="ca-ES" sz="1350" strike="noStrike" u="none">
                <a:solidFill>
                  <a:schemeClr val="dk1"/>
                </a:solidFill>
                <a:effectLst/>
                <a:uFillTx/>
                <a:latin typeface="Calibri"/>
                <a:ea typeface="Calibri"/>
              </a:rPr>
              <a:t>surgery</a:t>
            </a:r>
            <a:r>
              <a:rPr b="0" lang="ca-ES" sz="1350" strike="noStrike" u="none">
                <a:solidFill>
                  <a:schemeClr val="dk1"/>
                </a:solidFill>
                <a:effectLst/>
                <a:uFillTx/>
                <a:latin typeface="Calibri"/>
                <a:ea typeface="Calibri"/>
              </a:rPr>
              <a:t>; adjuvant therapy per </a:t>
            </a:r>
            <a:r>
              <a:rPr b="1" lang="ca-ES" sz="1350" strike="noStrike" u="none">
                <a:solidFill>
                  <a:schemeClr val="dk1"/>
                </a:solidFill>
                <a:effectLst/>
                <a:uFillTx/>
                <a:latin typeface="Calibri"/>
                <a:ea typeface="Calibri"/>
              </a:rPr>
              <a:t>risk stratification</a:t>
            </a:r>
            <a:endParaRPr b="0" lang="es-ES" sz="1350" strike="noStrike" u="none">
              <a:solidFill>
                <a:srgbClr val="000000"/>
              </a:solidFill>
              <a:effectLst/>
              <a:uFillTx/>
              <a:latin typeface="Arial"/>
            </a:endParaRPr>
          </a:p>
          <a:p>
            <a:pPr>
              <a:lnSpc>
                <a:spcPct val="100000"/>
              </a:lnSpc>
              <a:tabLst>
                <a:tab algn="l" pos="0"/>
              </a:tabLst>
            </a:pPr>
            <a:r>
              <a:rPr b="0" lang="ca-ES" sz="1350" strike="noStrike" u="none">
                <a:solidFill>
                  <a:schemeClr val="dk1"/>
                </a:solidFill>
                <a:effectLst/>
                <a:uFillTx/>
                <a:latin typeface="Calibri"/>
                <a:ea typeface="Calibri"/>
              </a:rPr>
              <a:t>Prognosis</a:t>
            </a:r>
            <a:r>
              <a:rPr b="1" lang="ca-ES" sz="1350" strike="noStrike" u="none">
                <a:solidFill>
                  <a:schemeClr val="dk1"/>
                </a:solidFill>
                <a:effectLst/>
                <a:uFillTx/>
                <a:latin typeface="Calibri"/>
                <a:ea typeface="Calibri"/>
              </a:rPr>
              <a:t>:</a:t>
            </a:r>
            <a:r>
              <a:rPr b="0" lang="ca-ES" sz="1350" strike="noStrike" u="none">
                <a:solidFill>
                  <a:schemeClr val="dk1"/>
                </a:solidFill>
                <a:effectLst/>
                <a:uFillTx/>
                <a:latin typeface="Calibri"/>
                <a:ea typeface="Calibri"/>
              </a:rPr>
              <a:t> ~</a:t>
            </a:r>
            <a:r>
              <a:rPr b="1" lang="ca-ES" sz="1350" strike="noStrike" u="none">
                <a:solidFill>
                  <a:schemeClr val="dk1"/>
                </a:solidFill>
                <a:effectLst/>
                <a:uFillTx/>
                <a:latin typeface="Calibri"/>
                <a:ea typeface="Calibri"/>
              </a:rPr>
              <a:t>75%</a:t>
            </a:r>
            <a:r>
              <a:rPr b="0" lang="ca-ES" sz="1350" strike="noStrike" u="none">
                <a:solidFill>
                  <a:schemeClr val="dk1"/>
                </a:solidFill>
                <a:effectLst/>
                <a:uFillTx/>
                <a:latin typeface="Calibri"/>
                <a:ea typeface="Calibri"/>
              </a:rPr>
              <a:t> diagnosed at </a:t>
            </a:r>
            <a:r>
              <a:rPr b="1" lang="ca-ES" sz="1350" strike="noStrike" u="none">
                <a:solidFill>
                  <a:schemeClr val="dk1"/>
                </a:solidFill>
                <a:effectLst/>
                <a:uFillTx/>
                <a:latin typeface="Calibri"/>
                <a:ea typeface="Calibri"/>
              </a:rPr>
              <a:t>stage I–II</a:t>
            </a:r>
            <a:r>
              <a:rPr b="0" lang="ca-ES" sz="1350" strike="noStrike" u="none">
                <a:solidFill>
                  <a:schemeClr val="dk1"/>
                </a:solidFill>
                <a:effectLst/>
                <a:uFillTx/>
                <a:latin typeface="Calibri"/>
                <a:ea typeface="Calibri"/>
              </a:rPr>
              <a:t>; </a:t>
            </a:r>
            <a:r>
              <a:rPr b="1" lang="ca-ES" sz="1350" strike="noStrike" u="none">
                <a:solidFill>
                  <a:schemeClr val="dk1"/>
                </a:solidFill>
                <a:effectLst/>
                <a:uFillTx/>
                <a:latin typeface="Calibri"/>
                <a:ea typeface="Calibri"/>
              </a:rPr>
              <a:t>5-year OS</a:t>
            </a:r>
            <a:r>
              <a:rPr b="0" lang="ca-ES" sz="1350" strike="noStrike" u="none">
                <a:solidFill>
                  <a:schemeClr val="dk1"/>
                </a:solidFill>
                <a:effectLst/>
                <a:uFillTx/>
                <a:latin typeface="Calibri"/>
                <a:ea typeface="Calibri"/>
              </a:rPr>
              <a:t> in stage I </a:t>
            </a:r>
            <a:r>
              <a:rPr b="1" lang="ca-ES" sz="1350" strike="noStrike" u="none">
                <a:solidFill>
                  <a:schemeClr val="dk1"/>
                </a:solidFill>
                <a:effectLst/>
                <a:uFillTx/>
                <a:latin typeface="Calibri"/>
                <a:ea typeface="Calibri"/>
              </a:rPr>
              <a:t>&gt;80–90%</a:t>
            </a:r>
            <a:endParaRPr b="0" lang="es-ES" sz="13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909360" y="611640"/>
            <a:ext cx="7543440" cy="617400"/>
          </a:xfrm>
          <a:prstGeom prst="rect">
            <a:avLst/>
          </a:prstGeom>
          <a:noFill/>
          <a:ln w="0">
            <a:noFill/>
          </a:ln>
        </p:spPr>
        <p:txBody>
          <a:bodyPr lIns="34200" rIns="34200" tIns="34200" bIns="34200" anchor="b">
            <a:spAutoFit/>
          </a:bodyPr>
          <a:p>
            <a:pPr indent="0">
              <a:lnSpc>
                <a:spcPct val="85000"/>
              </a:lnSpc>
              <a:buNone/>
              <a:tabLst>
                <a:tab algn="l" pos="0"/>
              </a:tabLst>
            </a:pPr>
            <a:r>
              <a:rPr b="0" lang="ca-ES" sz="2700" strike="noStrike" u="none">
                <a:solidFill>
                  <a:schemeClr val="dk1"/>
                </a:solidFill>
                <a:effectLst/>
                <a:uFillTx/>
                <a:latin typeface="DM Serif Display"/>
                <a:ea typeface="DM Serif Display"/>
              </a:rPr>
              <a:t>Endometrial cancer: the molecular era</a:t>
            </a:r>
            <a:endParaRPr b="0" lang="es-ES" sz="2700" strike="noStrike" u="none">
              <a:solidFill>
                <a:srgbClr val="000000"/>
              </a:solidFill>
              <a:effectLst/>
              <a:uFillTx/>
              <a:latin typeface="Arial"/>
            </a:endParaRPr>
          </a:p>
        </p:txBody>
      </p:sp>
      <p:pic>
        <p:nvPicPr>
          <p:cNvPr id="121" name="Google Shape;126;p15" descr=""/>
          <p:cNvPicPr/>
          <p:nvPr/>
        </p:nvPicPr>
        <p:blipFill>
          <a:blip r:embed="rId1"/>
          <a:stretch/>
        </p:blipFill>
        <p:spPr>
          <a:xfrm>
            <a:off x="6746400" y="57600"/>
            <a:ext cx="2397240" cy="443520"/>
          </a:xfrm>
          <a:prstGeom prst="rect">
            <a:avLst/>
          </a:prstGeom>
          <a:noFill/>
          <a:ln w="0">
            <a:noFill/>
          </a:ln>
        </p:spPr>
      </p:pic>
      <p:grpSp>
        <p:nvGrpSpPr>
          <p:cNvPr id="122" name="Google Shape;127;p15"/>
          <p:cNvGrpSpPr/>
          <p:nvPr/>
        </p:nvGrpSpPr>
        <p:grpSpPr>
          <a:xfrm>
            <a:off x="4714920" y="1535400"/>
            <a:ext cx="3651480" cy="2877480"/>
            <a:chOff x="4714920" y="1535400"/>
            <a:chExt cx="3651480" cy="2877480"/>
          </a:xfrm>
        </p:grpSpPr>
        <p:grpSp>
          <p:nvGrpSpPr>
            <p:cNvPr id="123" name="Google Shape;128;p15"/>
            <p:cNvGrpSpPr/>
            <p:nvPr/>
          </p:nvGrpSpPr>
          <p:grpSpPr>
            <a:xfrm>
              <a:off x="4714920" y="1535400"/>
              <a:ext cx="3605760" cy="2642760"/>
              <a:chOff x="4714920" y="1535400"/>
              <a:chExt cx="3605760" cy="2642760"/>
            </a:xfrm>
          </p:grpSpPr>
          <p:pic>
            <p:nvPicPr>
              <p:cNvPr id="124" name="Google Shape;129;p15" descr="Figure 2"/>
              <p:cNvPicPr/>
              <p:nvPr/>
            </p:nvPicPr>
            <p:blipFill>
              <a:blip r:embed="rId2"/>
              <a:stretch/>
            </p:blipFill>
            <p:spPr>
              <a:xfrm>
                <a:off x="4714920" y="2232000"/>
                <a:ext cx="3605760" cy="1946160"/>
              </a:xfrm>
              <a:prstGeom prst="rect">
                <a:avLst/>
              </a:prstGeom>
              <a:noFill/>
              <a:ln w="0">
                <a:noFill/>
              </a:ln>
            </p:spPr>
          </p:pic>
          <p:pic>
            <p:nvPicPr>
              <p:cNvPr id="125" name="Google Shape;130;p15" descr=""/>
              <p:cNvPicPr/>
              <p:nvPr/>
            </p:nvPicPr>
            <p:blipFill>
              <a:blip r:embed="rId3"/>
              <a:srcRect l="6000" t="34663" r="26352" b="43598"/>
              <a:stretch/>
            </p:blipFill>
            <p:spPr>
              <a:xfrm>
                <a:off x="4862160" y="1535400"/>
                <a:ext cx="3310920" cy="565200"/>
              </a:xfrm>
              <a:prstGeom prst="rect">
                <a:avLst/>
              </a:prstGeom>
              <a:solidFill>
                <a:srgbClr val="ececec"/>
              </a:solidFill>
              <a:ln w="0">
                <a:noFill/>
              </a:ln>
              <a:effectLst>
                <a:outerShdw algn="tl" blurRad="41400" dir="5400000" dist="13680" rotWithShape="0">
                  <a:srgbClr val="000000">
                    <a:alpha val="40000"/>
                  </a:srgbClr>
                </a:outerShdw>
              </a:effectLst>
            </p:spPr>
          </p:pic>
        </p:grpSp>
        <p:sp>
          <p:nvSpPr>
            <p:cNvPr id="126" name="Google Shape;131;p15"/>
            <p:cNvSpPr/>
            <p:nvPr/>
          </p:nvSpPr>
          <p:spPr>
            <a:xfrm>
              <a:off x="4980600" y="4205520"/>
              <a:ext cx="3385800" cy="20736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0" i="1" lang="ca-ES" sz="900" strike="noStrike" u="none">
                  <a:solidFill>
                    <a:srgbClr val="222222"/>
                  </a:solidFill>
                  <a:effectLst/>
                  <a:uFillTx/>
                  <a:latin typeface="Arial"/>
                  <a:ea typeface="Arial"/>
                </a:rPr>
                <a:t>Nature</a:t>
              </a:r>
              <a:r>
                <a:rPr b="0" lang="ca-ES" sz="900" strike="noStrike" u="none">
                  <a:solidFill>
                    <a:srgbClr val="222222"/>
                  </a:solidFill>
                  <a:effectLst/>
                  <a:uFillTx/>
                  <a:latin typeface="Arial"/>
                  <a:ea typeface="Arial"/>
                </a:rPr>
                <a:t> 497, 67–73 (</a:t>
              </a:r>
              <a:r>
                <a:rPr b="1" lang="ca-ES" sz="900" strike="noStrike" u="none">
                  <a:solidFill>
                    <a:srgbClr val="222222"/>
                  </a:solidFill>
                  <a:effectLst/>
                  <a:uFillTx/>
                  <a:latin typeface="Arial"/>
                  <a:ea typeface="Arial"/>
                </a:rPr>
                <a:t>2013</a:t>
              </a:r>
              <a:r>
                <a:rPr b="0" lang="ca-ES" sz="900" strike="noStrike" u="none">
                  <a:solidFill>
                    <a:srgbClr val="222222"/>
                  </a:solidFill>
                  <a:effectLst/>
                  <a:uFillTx/>
                  <a:latin typeface="Arial"/>
                  <a:ea typeface="Arial"/>
                </a:rPr>
                <a:t>). https://doi.org/10.1038/nature12113</a:t>
              </a:r>
              <a:endParaRPr b="0" lang="es-ES" sz="900" strike="noStrike" u="none">
                <a:solidFill>
                  <a:srgbClr val="000000"/>
                </a:solidFill>
                <a:effectLst/>
                <a:uFillTx/>
                <a:latin typeface="Arial"/>
              </a:endParaRPr>
            </a:p>
          </p:txBody>
        </p:sp>
      </p:grpSp>
      <p:grpSp>
        <p:nvGrpSpPr>
          <p:cNvPr id="127" name="Google Shape;132;p15"/>
          <p:cNvGrpSpPr/>
          <p:nvPr/>
        </p:nvGrpSpPr>
        <p:grpSpPr>
          <a:xfrm>
            <a:off x="614520" y="1566000"/>
            <a:ext cx="4100400" cy="2844000"/>
            <a:chOff x="614520" y="1566000"/>
            <a:chExt cx="4100400" cy="2844000"/>
          </a:xfrm>
        </p:grpSpPr>
        <p:grpSp>
          <p:nvGrpSpPr>
            <p:cNvPr id="128" name="Google Shape;133;p15"/>
            <p:cNvGrpSpPr/>
            <p:nvPr/>
          </p:nvGrpSpPr>
          <p:grpSpPr>
            <a:xfrm>
              <a:off x="747000" y="1566000"/>
              <a:ext cx="3163680" cy="2387880"/>
              <a:chOff x="747000" y="1566000"/>
              <a:chExt cx="3163680" cy="2387880"/>
            </a:xfrm>
          </p:grpSpPr>
          <p:pic>
            <p:nvPicPr>
              <p:cNvPr id="129" name="Google Shape;134;p15" descr=""/>
              <p:cNvPicPr/>
              <p:nvPr/>
            </p:nvPicPr>
            <p:blipFill>
              <a:blip r:embed="rId4"/>
              <a:srcRect l="2000" t="52308" r="21781" b="14156"/>
              <a:stretch/>
            </p:blipFill>
            <p:spPr>
              <a:xfrm>
                <a:off x="932760" y="1566000"/>
                <a:ext cx="2657880" cy="621360"/>
              </a:xfrm>
              <a:prstGeom prst="rect">
                <a:avLst/>
              </a:prstGeom>
              <a:solidFill>
                <a:srgbClr val="ececec"/>
              </a:solidFill>
              <a:ln w="0">
                <a:noFill/>
              </a:ln>
              <a:effectLst>
                <a:outerShdw algn="tl" blurRad="41400" dir="5400000" dist="13680" rotWithShape="0">
                  <a:srgbClr val="000000">
                    <a:alpha val="40000"/>
                  </a:srgbClr>
                </a:outerShdw>
              </a:effectLst>
            </p:spPr>
          </p:pic>
          <p:pic>
            <p:nvPicPr>
              <p:cNvPr id="130" name="Google Shape;135;p15" descr=""/>
              <p:cNvPicPr/>
              <p:nvPr/>
            </p:nvPicPr>
            <p:blipFill>
              <a:blip r:embed="rId5"/>
              <a:srcRect l="11000" t="32885" r="30067" b="16059"/>
              <a:stretch/>
            </p:blipFill>
            <p:spPr>
              <a:xfrm>
                <a:off x="747000" y="2496960"/>
                <a:ext cx="3163680" cy="1456920"/>
              </a:xfrm>
              <a:prstGeom prst="rect">
                <a:avLst/>
              </a:prstGeom>
              <a:noFill/>
              <a:ln w="0">
                <a:noFill/>
              </a:ln>
            </p:spPr>
          </p:pic>
        </p:grpSp>
        <p:sp>
          <p:nvSpPr>
            <p:cNvPr id="131" name="Google Shape;136;p15"/>
            <p:cNvSpPr/>
            <p:nvPr/>
          </p:nvSpPr>
          <p:spPr>
            <a:xfrm>
              <a:off x="614520" y="4202640"/>
              <a:ext cx="4100400" cy="20736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0" i="1" lang="ca-ES" sz="900" strike="noStrike" u="none">
                  <a:solidFill>
                    <a:srgbClr val="222222"/>
                  </a:solidFill>
                  <a:effectLst/>
                  <a:uFillTx/>
                  <a:latin typeface="Arial"/>
                  <a:ea typeface="Arial"/>
                </a:rPr>
                <a:t>Gynecol Oncol. </a:t>
              </a:r>
              <a:r>
                <a:rPr b="1" i="1" lang="ca-ES" sz="900" strike="noStrike" u="none">
                  <a:solidFill>
                    <a:srgbClr val="222222"/>
                  </a:solidFill>
                  <a:effectLst/>
                  <a:uFillTx/>
                  <a:latin typeface="Arial"/>
                  <a:ea typeface="Arial"/>
                </a:rPr>
                <a:t>1983</a:t>
              </a:r>
              <a:r>
                <a:rPr b="0" i="1" lang="ca-ES" sz="900" strike="noStrike" u="none">
                  <a:solidFill>
                    <a:srgbClr val="222222"/>
                  </a:solidFill>
                  <a:effectLst/>
                  <a:uFillTx/>
                  <a:latin typeface="Arial"/>
                  <a:ea typeface="Arial"/>
                </a:rPr>
                <a:t> Feb;15(1):10-7. doi: 10.1016/0090-8258(83)90111-7</a:t>
              </a:r>
              <a:endParaRPr b="0" lang="es-ES" sz="900" strike="noStrike" u="none">
                <a:solidFill>
                  <a:srgbClr val="000000"/>
                </a:solidFill>
                <a:effectLst/>
                <a:uFillTx/>
                <a:latin typeface="Arial"/>
              </a:endParaRPr>
            </a:p>
          </p:txBody>
        </p:sp>
      </p:grpSp>
      <p:pic>
        <p:nvPicPr>
          <p:cNvPr id="132" name="Google Shape;137;p15" descr="Imágenes de Flecha dibujo - Descarga gratuita en Freepik"/>
          <p:cNvPicPr/>
          <p:nvPr/>
        </p:nvPicPr>
        <p:blipFill>
          <a:blip r:embed="rId6"/>
          <a:stretch/>
        </p:blipFill>
        <p:spPr>
          <a:xfrm rot="1293000">
            <a:off x="3482280" y="1955160"/>
            <a:ext cx="1475640" cy="982080"/>
          </a:xfrm>
          <a:prstGeom prst="rect">
            <a:avLst/>
          </a:prstGeom>
          <a:noFill/>
          <a:ln w="0">
            <a:noFill/>
          </a:ln>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132"/>
                                        </p:tgtEl>
                                        <p:attrNameLst>
                                          <p:attrName>style.visibility</p:attrName>
                                        </p:attrNameLst>
                                      </p:cBhvr>
                                      <p:to>
                                        <p:strVal val="visible"/>
                                      </p:to>
                                    </p:set>
                                  </p:childTnLst>
                                </p:cTn>
                              </p:par>
                              <p:par>
                                <p:cTn id="7" nodeType="withEffect" fill="hold" presetClass="entr" presetID="1">
                                  <p:stCondLst>
                                    <p:cond delay="0"/>
                                  </p:stCondLst>
                                  <p:childTnLst>
                                    <p:set>
                                      <p:cBhvr>
                                        <p:cTn id="8"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33" name="Google Shape;142;p16"/>
          <p:cNvGrpSpPr/>
          <p:nvPr/>
        </p:nvGrpSpPr>
        <p:grpSpPr>
          <a:xfrm>
            <a:off x="3994200" y="1491480"/>
            <a:ext cx="5049720" cy="2749680"/>
            <a:chOff x="3994200" y="1491480"/>
            <a:chExt cx="5049720" cy="2749680"/>
          </a:xfrm>
        </p:grpSpPr>
        <p:pic>
          <p:nvPicPr>
            <p:cNvPr id="134" name="Google Shape;143;p16" descr=""/>
            <p:cNvPicPr/>
            <p:nvPr/>
          </p:nvPicPr>
          <p:blipFill>
            <a:blip r:embed="rId1"/>
            <a:srcRect l="495" t="1243" r="0" b="-921"/>
            <a:stretch/>
          </p:blipFill>
          <p:spPr>
            <a:xfrm>
              <a:off x="3994200" y="1491480"/>
              <a:ext cx="5049720" cy="2746800"/>
            </a:xfrm>
            <a:prstGeom prst="rect">
              <a:avLst/>
            </a:prstGeom>
            <a:noFill/>
            <a:ln w="42875">
              <a:solidFill>
                <a:srgbClr val="d8d8d8"/>
              </a:solidFill>
              <a:round/>
            </a:ln>
          </p:spPr>
        </p:pic>
        <p:sp>
          <p:nvSpPr>
            <p:cNvPr id="135" name="Google Shape;144;p16"/>
            <p:cNvSpPr/>
            <p:nvPr/>
          </p:nvSpPr>
          <p:spPr>
            <a:xfrm>
              <a:off x="4025520" y="3839400"/>
              <a:ext cx="638280" cy="23040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0" lang="ca-ES" sz="1050" strike="noStrike" u="none">
                  <a:solidFill>
                    <a:schemeClr val="dk1"/>
                  </a:solidFill>
                  <a:effectLst/>
                  <a:uFillTx/>
                  <a:latin typeface="Calibri"/>
                  <a:ea typeface="Calibri"/>
                </a:rPr>
                <a:t>≈ 7 - 10%</a:t>
              </a:r>
              <a:endParaRPr b="0" lang="es-ES" sz="1050" strike="noStrike" u="none">
                <a:solidFill>
                  <a:srgbClr val="000000"/>
                </a:solidFill>
                <a:effectLst/>
                <a:uFillTx/>
                <a:latin typeface="Arial"/>
              </a:endParaRPr>
            </a:p>
          </p:txBody>
        </p:sp>
        <p:sp>
          <p:nvSpPr>
            <p:cNvPr id="136" name="Google Shape;145;p16"/>
            <p:cNvSpPr/>
            <p:nvPr/>
          </p:nvSpPr>
          <p:spPr>
            <a:xfrm>
              <a:off x="5379480" y="3858120"/>
              <a:ext cx="706680" cy="23040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0" lang="ca-ES" sz="1050" strike="noStrike" u="none">
                  <a:solidFill>
                    <a:schemeClr val="dk1"/>
                  </a:solidFill>
                  <a:effectLst/>
                  <a:uFillTx/>
                  <a:latin typeface="Calibri"/>
                  <a:ea typeface="Calibri"/>
                </a:rPr>
                <a:t>≈ 25 - 30%</a:t>
              </a:r>
              <a:endParaRPr b="0" lang="es-ES" sz="1050" strike="noStrike" u="none">
                <a:solidFill>
                  <a:srgbClr val="000000"/>
                </a:solidFill>
                <a:effectLst/>
                <a:uFillTx/>
                <a:latin typeface="Arial"/>
              </a:endParaRPr>
            </a:p>
          </p:txBody>
        </p:sp>
        <p:sp>
          <p:nvSpPr>
            <p:cNvPr id="137" name="Google Shape;146;p16"/>
            <p:cNvSpPr/>
            <p:nvPr/>
          </p:nvSpPr>
          <p:spPr>
            <a:xfrm>
              <a:off x="7953120" y="4010760"/>
              <a:ext cx="468720" cy="23040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0" lang="ca-ES" sz="1050" strike="noStrike" u="none">
                  <a:solidFill>
                    <a:schemeClr val="dk1"/>
                  </a:solidFill>
                  <a:effectLst/>
                  <a:uFillTx/>
                  <a:latin typeface="Calibri"/>
                  <a:ea typeface="Calibri"/>
                </a:rPr>
                <a:t>≈ 20%</a:t>
              </a:r>
              <a:endParaRPr b="0" lang="es-ES" sz="1050" strike="noStrike" u="none">
                <a:solidFill>
                  <a:srgbClr val="000000"/>
                </a:solidFill>
                <a:effectLst/>
                <a:uFillTx/>
                <a:latin typeface="Arial"/>
              </a:endParaRPr>
            </a:p>
          </p:txBody>
        </p:sp>
      </p:grpSp>
      <p:sp>
        <p:nvSpPr>
          <p:cNvPr id="138" name="Google Shape;147;p16"/>
          <p:cNvSpPr/>
          <p:nvPr/>
        </p:nvSpPr>
        <p:spPr>
          <a:xfrm>
            <a:off x="4119480" y="4394160"/>
            <a:ext cx="4570560" cy="207720"/>
          </a:xfrm>
          <a:prstGeom prst="rect">
            <a:avLst/>
          </a:prstGeom>
          <a:noFill/>
          <a:ln w="0">
            <a:noFill/>
          </a:ln>
        </p:spPr>
        <p:style>
          <a:lnRef idx="0"/>
          <a:fillRef idx="0"/>
          <a:effectRef idx="0"/>
          <a:fontRef idx="minor"/>
        </p:style>
        <p:txBody>
          <a:bodyPr lIns="68400" rIns="68400" tIns="34200" bIns="34200" anchor="t">
            <a:spAutoFit/>
          </a:bodyPr>
          <a:p>
            <a:pPr algn="ctr">
              <a:lnSpc>
                <a:spcPct val="100000"/>
              </a:lnSpc>
              <a:tabLst>
                <a:tab algn="l" pos="0"/>
              </a:tabLst>
            </a:pPr>
            <a:r>
              <a:rPr b="0" i="1" lang="ca-ES" sz="900" strike="noStrike" u="none">
                <a:solidFill>
                  <a:schemeClr val="dk1"/>
                </a:solidFill>
                <a:effectLst/>
                <a:uFillTx/>
                <a:latin typeface="Calibri"/>
                <a:ea typeface="Calibri"/>
              </a:rPr>
              <a:t>Algorithm for assessment of molecular classification of endometrial carcinoma</a:t>
            </a:r>
            <a:endParaRPr b="0" lang="es-ES" sz="900" strike="noStrike" u="none">
              <a:solidFill>
                <a:srgbClr val="000000"/>
              </a:solidFill>
              <a:effectLst/>
              <a:uFillTx/>
              <a:latin typeface="Arial"/>
            </a:endParaRPr>
          </a:p>
        </p:txBody>
      </p:sp>
      <p:sp>
        <p:nvSpPr>
          <p:cNvPr id="139" name="PlaceHolder 1"/>
          <p:cNvSpPr>
            <a:spLocks noGrp="1"/>
          </p:cNvSpPr>
          <p:nvPr>
            <p:ph type="title"/>
          </p:nvPr>
        </p:nvSpPr>
        <p:spPr>
          <a:xfrm>
            <a:off x="901440" y="609480"/>
            <a:ext cx="7543440" cy="617400"/>
          </a:xfrm>
          <a:prstGeom prst="rect">
            <a:avLst/>
          </a:prstGeom>
          <a:noFill/>
          <a:ln w="0">
            <a:noFill/>
          </a:ln>
        </p:spPr>
        <p:txBody>
          <a:bodyPr lIns="34200" rIns="34200" tIns="34200" bIns="34200" anchor="b">
            <a:spAutoFit/>
          </a:bodyPr>
          <a:p>
            <a:pPr indent="0">
              <a:lnSpc>
                <a:spcPct val="85000"/>
              </a:lnSpc>
              <a:buNone/>
              <a:tabLst>
                <a:tab algn="l" pos="0"/>
              </a:tabLst>
            </a:pPr>
            <a:r>
              <a:rPr b="0" lang="ca-ES" sz="2700" strike="noStrike" u="none">
                <a:solidFill>
                  <a:schemeClr val="dk1"/>
                </a:solidFill>
                <a:effectLst/>
                <a:uFillTx/>
                <a:latin typeface="DM Serif Display"/>
                <a:ea typeface="DM Serif Display"/>
              </a:rPr>
              <a:t>Endometrial cancer: the molecular era</a:t>
            </a:r>
            <a:endParaRPr b="0" lang="es-ES" sz="2700" strike="noStrike" u="none">
              <a:solidFill>
                <a:srgbClr val="000000"/>
              </a:solidFill>
              <a:effectLst/>
              <a:uFillTx/>
              <a:latin typeface="Arial"/>
            </a:endParaRPr>
          </a:p>
        </p:txBody>
      </p:sp>
      <p:pic>
        <p:nvPicPr>
          <p:cNvPr id="140" name="Google Shape;149;p16" descr=""/>
          <p:cNvPicPr/>
          <p:nvPr/>
        </p:nvPicPr>
        <p:blipFill>
          <a:blip r:embed="rId2"/>
          <a:stretch/>
        </p:blipFill>
        <p:spPr>
          <a:xfrm>
            <a:off x="803880" y="1598400"/>
            <a:ext cx="3122280" cy="768960"/>
          </a:xfrm>
          <a:prstGeom prst="rect">
            <a:avLst/>
          </a:prstGeom>
          <a:noFill/>
          <a:ln w="0">
            <a:noFill/>
          </a:ln>
        </p:spPr>
      </p:pic>
      <p:grpSp>
        <p:nvGrpSpPr>
          <p:cNvPr id="141" name="Google Shape;150;p16"/>
          <p:cNvGrpSpPr/>
          <p:nvPr/>
        </p:nvGrpSpPr>
        <p:grpSpPr>
          <a:xfrm>
            <a:off x="1190880" y="2603880"/>
            <a:ext cx="5567040" cy="1849320"/>
            <a:chOff x="1190880" y="2603880"/>
            <a:chExt cx="5567040" cy="1849320"/>
          </a:xfrm>
        </p:grpSpPr>
        <p:grpSp>
          <p:nvGrpSpPr>
            <p:cNvPr id="142" name="Google Shape;151;p16"/>
            <p:cNvGrpSpPr/>
            <p:nvPr/>
          </p:nvGrpSpPr>
          <p:grpSpPr>
            <a:xfrm>
              <a:off x="1190880" y="2603880"/>
              <a:ext cx="2049120" cy="1849320"/>
              <a:chOff x="1190880" y="2603880"/>
              <a:chExt cx="2049120" cy="1849320"/>
            </a:xfrm>
          </p:grpSpPr>
          <p:sp>
            <p:nvSpPr>
              <p:cNvPr id="143" name="Google Shape;152;p16"/>
              <p:cNvSpPr/>
              <p:nvPr/>
            </p:nvSpPr>
            <p:spPr>
              <a:xfrm>
                <a:off x="1190880" y="2603880"/>
                <a:ext cx="2049120" cy="1849320"/>
              </a:xfrm>
              <a:prstGeom prst="ellipse">
                <a:avLst/>
              </a:prstGeom>
              <a:solidFill>
                <a:srgbClr val="fbe6cc"/>
              </a:solidFill>
              <a:ln w="28575">
                <a:solidFill>
                  <a:srgbClr val="e48312"/>
                </a:solidFill>
                <a:round/>
              </a:ln>
            </p:spPr>
            <p:style>
              <a:lnRef idx="0"/>
              <a:fillRef idx="0"/>
              <a:effectRef idx="0"/>
              <a:fontRef idx="minor"/>
            </p:style>
            <p:txBody>
              <a:bodyPr lIns="68400" rIns="68400" tIns="34200" bIns="34200" anchor="ctr">
                <a:noAutofit/>
              </a:bodyPr>
              <a:p>
                <a:pPr algn="ctr">
                  <a:lnSpc>
                    <a:spcPct val="100000"/>
                  </a:lnSpc>
                  <a:tabLst>
                    <a:tab algn="l" pos="0"/>
                  </a:tabLst>
                </a:pPr>
                <a:endParaRPr b="0" lang="es-ES" sz="1400" strike="noStrike" u="none">
                  <a:solidFill>
                    <a:srgbClr val="000000"/>
                  </a:solidFill>
                  <a:effectLst/>
                  <a:uFillTx/>
                  <a:latin typeface="Arial"/>
                </a:endParaRPr>
              </a:p>
            </p:txBody>
          </p:sp>
          <p:sp>
            <p:nvSpPr>
              <p:cNvPr id="144" name="Google Shape;153;p16"/>
              <p:cNvSpPr/>
              <p:nvPr/>
            </p:nvSpPr>
            <p:spPr>
              <a:xfrm>
                <a:off x="1255680" y="3096360"/>
                <a:ext cx="1898280" cy="900000"/>
              </a:xfrm>
              <a:prstGeom prst="rect">
                <a:avLst/>
              </a:prstGeom>
              <a:noFill/>
              <a:ln w="0">
                <a:noFill/>
              </a:ln>
            </p:spPr>
            <p:style>
              <a:lnRef idx="0"/>
              <a:fillRef idx="0"/>
              <a:effectRef idx="0"/>
              <a:fontRef idx="minor"/>
            </p:style>
            <p:txBody>
              <a:bodyPr lIns="68400" rIns="68400" tIns="34200" bIns="34200" anchor="t">
                <a:spAutoFit/>
              </a:bodyPr>
              <a:p>
                <a:pPr algn="ctr">
                  <a:lnSpc>
                    <a:spcPct val="100000"/>
                  </a:lnSpc>
                  <a:tabLst>
                    <a:tab algn="l" pos="0"/>
                  </a:tabLst>
                </a:pPr>
                <a:r>
                  <a:rPr b="1" lang="ca-ES" sz="1350" strike="noStrike" u="none">
                    <a:solidFill>
                      <a:schemeClr val="accent2"/>
                    </a:solidFill>
                    <a:effectLst/>
                    <a:uFillTx/>
                    <a:latin typeface="Arial"/>
                    <a:ea typeface="Arial"/>
                  </a:rPr>
                  <a:t>≈ 50% EC</a:t>
                </a:r>
                <a:endParaRPr b="0" lang="es-ES" sz="1350" strike="noStrike" u="none">
                  <a:solidFill>
                    <a:srgbClr val="000000"/>
                  </a:solidFill>
                  <a:effectLst/>
                  <a:uFillTx/>
                  <a:latin typeface="Arial"/>
                </a:endParaRPr>
              </a:p>
              <a:p>
                <a:pPr algn="ctr">
                  <a:lnSpc>
                    <a:spcPct val="100000"/>
                  </a:lnSpc>
                  <a:tabLst>
                    <a:tab algn="l" pos="0"/>
                  </a:tabLst>
                </a:pPr>
                <a:r>
                  <a:rPr b="0" lang="ca-ES" sz="1350" strike="noStrike" u="none">
                    <a:solidFill>
                      <a:schemeClr val="accent2"/>
                    </a:solidFill>
                    <a:effectLst/>
                    <a:uFillTx/>
                    <a:latin typeface="Arial"/>
                    <a:ea typeface="Arial"/>
                  </a:rPr>
                  <a:t>Diagnosis</a:t>
                </a:r>
                <a:r>
                  <a:rPr b="1" lang="ca-ES" sz="1350" strike="noStrike" u="none">
                    <a:solidFill>
                      <a:schemeClr val="accent2"/>
                    </a:solidFill>
                    <a:effectLst/>
                    <a:uFillTx/>
                    <a:latin typeface="Arial"/>
                    <a:ea typeface="Arial"/>
                  </a:rPr>
                  <a:t> </a:t>
                </a:r>
                <a:r>
                  <a:rPr b="0" lang="ca-ES" sz="1350" strike="noStrike" u="none">
                    <a:solidFill>
                      <a:schemeClr val="accent2"/>
                    </a:solidFill>
                    <a:effectLst/>
                    <a:uFillTx/>
                    <a:latin typeface="Arial"/>
                    <a:ea typeface="Arial"/>
                  </a:rPr>
                  <a:t>by</a:t>
                </a:r>
                <a:r>
                  <a:rPr b="1" lang="ca-ES" sz="1350" strike="noStrike" u="none">
                    <a:solidFill>
                      <a:schemeClr val="accent2"/>
                    </a:solidFill>
                    <a:effectLst/>
                    <a:uFillTx/>
                    <a:latin typeface="Arial"/>
                    <a:ea typeface="Arial"/>
                  </a:rPr>
                  <a:t> exclusion</a:t>
                </a:r>
                <a:endParaRPr b="0" lang="es-ES" sz="1350" strike="noStrike" u="none">
                  <a:solidFill>
                    <a:srgbClr val="000000"/>
                  </a:solidFill>
                  <a:effectLst/>
                  <a:uFillTx/>
                  <a:latin typeface="Arial"/>
                </a:endParaRPr>
              </a:p>
              <a:p>
                <a:pPr algn="ctr">
                  <a:lnSpc>
                    <a:spcPct val="100000"/>
                  </a:lnSpc>
                  <a:tabLst>
                    <a:tab algn="l" pos="0"/>
                  </a:tabLst>
                </a:pPr>
                <a:r>
                  <a:rPr b="1" lang="ca-ES" sz="1350" strike="noStrike" u="none">
                    <a:solidFill>
                      <a:schemeClr val="accent2"/>
                    </a:solidFill>
                    <a:effectLst/>
                    <a:uFillTx/>
                    <a:latin typeface="Arial"/>
                    <a:ea typeface="Arial"/>
                  </a:rPr>
                  <a:t>Uncertain </a:t>
                </a:r>
                <a:r>
                  <a:rPr b="0" lang="ca-ES" sz="1350" strike="noStrike" u="none">
                    <a:solidFill>
                      <a:schemeClr val="accent2"/>
                    </a:solidFill>
                    <a:effectLst/>
                    <a:uFillTx/>
                    <a:latin typeface="Arial"/>
                    <a:ea typeface="Arial"/>
                  </a:rPr>
                  <a:t>prognosis</a:t>
                </a:r>
                <a:endParaRPr b="0" lang="es-ES" sz="1350" strike="noStrike" u="none">
                  <a:solidFill>
                    <a:srgbClr val="000000"/>
                  </a:solidFill>
                  <a:effectLst/>
                  <a:uFillTx/>
                  <a:latin typeface="Arial"/>
                </a:endParaRPr>
              </a:p>
            </p:txBody>
          </p:sp>
        </p:grpSp>
        <p:sp>
          <p:nvSpPr>
            <p:cNvPr id="145" name="Google Shape;154;p16"/>
            <p:cNvSpPr/>
            <p:nvPr/>
          </p:nvSpPr>
          <p:spPr>
            <a:xfrm>
              <a:off x="6051240" y="3926520"/>
              <a:ext cx="706680" cy="399240"/>
            </a:xfrm>
            <a:prstGeom prst="ellipse">
              <a:avLst/>
            </a:prstGeom>
            <a:noFill/>
            <a:ln w="28575">
              <a:solidFill>
                <a:srgbClr val="e48312"/>
              </a:solidFill>
              <a:round/>
            </a:ln>
          </p:spPr>
          <p:style>
            <a:lnRef idx="0"/>
            <a:fillRef idx="0"/>
            <a:effectRef idx="0"/>
            <a:fontRef idx="minor"/>
          </p:style>
          <p:txBody>
            <a:bodyPr lIns="68400" rIns="68400" tIns="34200" bIns="34200" anchor="ctr">
              <a:noAutofit/>
            </a:bodyPr>
            <a:p>
              <a:pPr algn="ctr">
                <a:lnSpc>
                  <a:spcPct val="100000"/>
                </a:lnSpc>
                <a:tabLst>
                  <a:tab algn="l" pos="0"/>
                </a:tabLst>
              </a:pPr>
              <a:endParaRPr b="0" lang="es-ES" sz="14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timing>
    <p:tnLst>
      <p:par>
        <p:cTn id="9" dur="indefinite" restart="never" nodeType="tmRoot">
          <p:childTnLst>
            <p:seq>
              <p:cTn id="10" dur="indefinite" nodeType="mainSeq">
                <p:childTnLst>
                  <p:par>
                    <p:cTn id="11" fill="hold">
                      <p:stCondLst>
                        <p:cond delay="indefinite"/>
                      </p:stCondLst>
                      <p:childTnLst>
                        <p:par>
                          <p:cTn id="12" fill="hold">
                            <p:stCondLst>
                              <p:cond delay="0"/>
                            </p:stCondLst>
                            <p:childTnLst>
                              <p:par>
                                <p:cTn id="13" nodeType="clickEffect" fill="hold" presetClass="entr" presetID="1">
                                  <p:stCondLst>
                                    <p:cond delay="0"/>
                                  </p:stCondLst>
                                  <p:childTnLst>
                                    <p:set>
                                      <p:cBhvr>
                                        <p:cTn id="14"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917280" y="632880"/>
            <a:ext cx="7543440" cy="617400"/>
          </a:xfrm>
          <a:prstGeom prst="rect">
            <a:avLst/>
          </a:prstGeom>
          <a:noFill/>
          <a:ln w="0">
            <a:noFill/>
          </a:ln>
        </p:spPr>
        <p:txBody>
          <a:bodyPr lIns="34200" rIns="34200" tIns="34200" bIns="34200" anchor="b">
            <a:spAutoFit/>
          </a:bodyPr>
          <a:p>
            <a:pPr indent="0">
              <a:lnSpc>
                <a:spcPct val="85000"/>
              </a:lnSpc>
              <a:buNone/>
              <a:tabLst>
                <a:tab algn="l" pos="0"/>
              </a:tabLst>
            </a:pPr>
            <a:r>
              <a:rPr b="0" lang="ca-ES" sz="2700" strike="noStrike" u="none">
                <a:solidFill>
                  <a:schemeClr val="dk1"/>
                </a:solidFill>
                <a:effectLst/>
                <a:uFillTx/>
                <a:latin typeface="DM Serif Display"/>
                <a:ea typeface="DM Serif Display"/>
              </a:rPr>
              <a:t>Endometrial cancer: the molecular era</a:t>
            </a:r>
            <a:endParaRPr b="0" lang="es-ES" sz="2700" strike="noStrike" u="none">
              <a:solidFill>
                <a:srgbClr val="000000"/>
              </a:solidFill>
              <a:effectLst/>
              <a:uFillTx/>
              <a:latin typeface="Arial"/>
            </a:endParaRPr>
          </a:p>
        </p:txBody>
      </p:sp>
      <p:pic>
        <p:nvPicPr>
          <p:cNvPr id="147" name="Google Shape;160;p17" descr=""/>
          <p:cNvPicPr/>
          <p:nvPr/>
        </p:nvPicPr>
        <p:blipFill>
          <a:blip r:embed="rId1"/>
          <a:stretch/>
        </p:blipFill>
        <p:spPr>
          <a:xfrm>
            <a:off x="822960" y="1491480"/>
            <a:ext cx="3122280" cy="768960"/>
          </a:xfrm>
          <a:prstGeom prst="rect">
            <a:avLst/>
          </a:prstGeom>
          <a:noFill/>
          <a:ln w="0">
            <a:noFill/>
          </a:ln>
        </p:spPr>
      </p:pic>
      <p:pic>
        <p:nvPicPr>
          <p:cNvPr id="148" name="Google Shape;161;p17" descr=""/>
          <p:cNvPicPr/>
          <p:nvPr/>
        </p:nvPicPr>
        <p:blipFill>
          <a:blip r:embed="rId2"/>
          <a:srcRect l="1423" t="2264" r="0" b="0"/>
          <a:stretch/>
        </p:blipFill>
        <p:spPr>
          <a:xfrm>
            <a:off x="4265280" y="1491480"/>
            <a:ext cx="4101120" cy="2929680"/>
          </a:xfrm>
          <a:prstGeom prst="rect">
            <a:avLst/>
          </a:prstGeom>
          <a:noFill/>
          <a:ln w="0">
            <a:noFill/>
          </a:ln>
        </p:spPr>
      </p:pic>
      <p:sp>
        <p:nvSpPr>
          <p:cNvPr id="149" name="Google Shape;162;p17"/>
          <p:cNvSpPr/>
          <p:nvPr/>
        </p:nvSpPr>
        <p:spPr>
          <a:xfrm>
            <a:off x="4210560" y="4506120"/>
            <a:ext cx="4570560" cy="207720"/>
          </a:xfrm>
          <a:prstGeom prst="rect">
            <a:avLst/>
          </a:prstGeom>
          <a:noFill/>
          <a:ln w="0">
            <a:noFill/>
          </a:ln>
        </p:spPr>
        <p:style>
          <a:lnRef idx="0"/>
          <a:fillRef idx="0"/>
          <a:effectRef idx="0"/>
          <a:fontRef idx="minor"/>
        </p:style>
        <p:txBody>
          <a:bodyPr lIns="68400" rIns="68400" tIns="34200" bIns="34200" anchor="t">
            <a:spAutoFit/>
          </a:bodyPr>
          <a:p>
            <a:pPr algn="ctr">
              <a:lnSpc>
                <a:spcPct val="100000"/>
              </a:lnSpc>
              <a:tabLst>
                <a:tab algn="l" pos="0"/>
              </a:tabLst>
            </a:pPr>
            <a:r>
              <a:rPr b="0" i="1" lang="ca-ES" sz="900" strike="noStrike" u="none">
                <a:solidFill>
                  <a:schemeClr val="dk1"/>
                </a:solidFill>
                <a:effectLst/>
                <a:uFillTx/>
                <a:latin typeface="Calibri"/>
                <a:ea typeface="Calibri"/>
              </a:rPr>
              <a:t>Algorithm for assessment of molecular classification of endometrial carcinoma</a:t>
            </a:r>
            <a:endParaRPr b="0" lang="es-ES" sz="900" strike="noStrike" u="none">
              <a:solidFill>
                <a:srgbClr val="000000"/>
              </a:solidFill>
              <a:effectLst/>
              <a:uFillTx/>
              <a:latin typeface="Arial"/>
            </a:endParaRPr>
          </a:p>
        </p:txBody>
      </p:sp>
      <p:cxnSp>
        <p:nvCxnSpPr>
          <p:cNvPr id="150" name="Google Shape;163;p17"/>
          <p:cNvCxnSpPr/>
          <p:nvPr/>
        </p:nvCxnSpPr>
        <p:spPr>
          <a:xfrm>
            <a:off x="4046760" y="1544760"/>
            <a:ext cx="360" cy="3105360"/>
          </a:xfrm>
          <a:prstGeom prst="straightConnector1">
            <a:avLst/>
          </a:prstGeom>
          <a:ln w="42875">
            <a:solidFill>
              <a:srgbClr val="d8d8d8"/>
            </a:solidFill>
            <a:round/>
          </a:ln>
        </p:spPr>
      </p:cxn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822960" y="123480"/>
            <a:ext cx="3496320" cy="1166040"/>
          </a:xfrm>
          <a:prstGeom prst="rect">
            <a:avLst/>
          </a:prstGeom>
          <a:noFill/>
          <a:ln w="0">
            <a:noFill/>
          </a:ln>
        </p:spPr>
        <p:txBody>
          <a:bodyPr lIns="34200" rIns="34200" tIns="34200" bIns="34200" anchor="b">
            <a:spAutoFit/>
          </a:bodyPr>
          <a:p>
            <a:pPr indent="0">
              <a:lnSpc>
                <a:spcPct val="85000"/>
              </a:lnSpc>
              <a:buNone/>
              <a:tabLst>
                <a:tab algn="l" pos="0"/>
              </a:tabLst>
            </a:pPr>
            <a:r>
              <a:rPr b="0" lang="ca-ES" sz="2700" strike="noStrike" u="none">
                <a:solidFill>
                  <a:schemeClr val="dk1"/>
                </a:solidFill>
                <a:effectLst/>
                <a:uFillTx/>
                <a:latin typeface="DM Serif Display"/>
                <a:ea typeface="DM Serif Display"/>
              </a:rPr>
              <a:t>Endometrial cancer: the molecular era</a:t>
            </a:r>
            <a:endParaRPr b="0" lang="es-ES" sz="2700" strike="noStrike" u="none">
              <a:solidFill>
                <a:srgbClr val="000000"/>
              </a:solidFill>
              <a:effectLst/>
              <a:uFillTx/>
              <a:latin typeface="Arial"/>
            </a:endParaRPr>
          </a:p>
        </p:txBody>
      </p:sp>
      <p:pic>
        <p:nvPicPr>
          <p:cNvPr id="152" name="Google Shape;170;p18" descr=""/>
          <p:cNvPicPr/>
          <p:nvPr/>
        </p:nvPicPr>
        <p:blipFill>
          <a:blip r:embed="rId1"/>
          <a:stretch/>
        </p:blipFill>
        <p:spPr>
          <a:xfrm>
            <a:off x="898200" y="1600200"/>
            <a:ext cx="3141000" cy="698040"/>
          </a:xfrm>
          <a:prstGeom prst="rect">
            <a:avLst/>
          </a:prstGeom>
          <a:noFill/>
          <a:ln w="21425">
            <a:solidFill>
              <a:srgbClr val="bfbfbf"/>
            </a:solidFill>
            <a:round/>
          </a:ln>
        </p:spPr>
      </p:pic>
      <p:pic>
        <p:nvPicPr>
          <p:cNvPr id="153" name="Google Shape;171;p18" descr=""/>
          <p:cNvPicPr/>
          <p:nvPr/>
        </p:nvPicPr>
        <p:blipFill>
          <a:blip r:embed="rId2"/>
          <a:srcRect l="1158" t="0" r="0" b="0"/>
          <a:stretch/>
        </p:blipFill>
        <p:spPr>
          <a:xfrm>
            <a:off x="4320000" y="77760"/>
            <a:ext cx="4700880" cy="4654800"/>
          </a:xfrm>
          <a:prstGeom prst="rect">
            <a:avLst/>
          </a:prstGeom>
          <a:noFill/>
          <a:ln w="0">
            <a:noFill/>
          </a:ln>
        </p:spPr>
      </p:pic>
      <p:grpSp>
        <p:nvGrpSpPr>
          <p:cNvPr id="154" name="Google Shape;172;p18"/>
          <p:cNvGrpSpPr/>
          <p:nvPr/>
        </p:nvGrpSpPr>
        <p:grpSpPr>
          <a:xfrm>
            <a:off x="7605000" y="-71280"/>
            <a:ext cx="1015560" cy="4777200"/>
            <a:chOff x="7605000" y="-71280"/>
            <a:chExt cx="1015560" cy="4777200"/>
          </a:xfrm>
        </p:grpSpPr>
        <p:sp>
          <p:nvSpPr>
            <p:cNvPr id="155" name="Google Shape;173;p18"/>
            <p:cNvSpPr/>
            <p:nvPr/>
          </p:nvSpPr>
          <p:spPr>
            <a:xfrm>
              <a:off x="7686720" y="-71280"/>
              <a:ext cx="805320" cy="34596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1" lang="ca-ES" sz="1800" strike="noStrike" u="none">
                  <a:solidFill>
                    <a:schemeClr val="dk1"/>
                  </a:solidFill>
                  <a:effectLst/>
                  <a:uFillTx/>
                  <a:latin typeface="Arial"/>
                  <a:ea typeface="Arial"/>
                </a:rPr>
                <a:t>NSMP</a:t>
              </a:r>
              <a:endParaRPr b="0" lang="es-ES" sz="1800" strike="noStrike" u="none">
                <a:solidFill>
                  <a:srgbClr val="000000"/>
                </a:solidFill>
                <a:effectLst/>
                <a:uFillTx/>
                <a:latin typeface="Arial"/>
              </a:endParaRPr>
            </a:p>
          </p:txBody>
        </p:sp>
        <p:grpSp>
          <p:nvGrpSpPr>
            <p:cNvPr id="156" name="Google Shape;174;p18"/>
            <p:cNvGrpSpPr/>
            <p:nvPr/>
          </p:nvGrpSpPr>
          <p:grpSpPr>
            <a:xfrm>
              <a:off x="7605000" y="224280"/>
              <a:ext cx="1015560" cy="4481640"/>
              <a:chOff x="7605000" y="224280"/>
              <a:chExt cx="1015560" cy="4481640"/>
            </a:xfrm>
          </p:grpSpPr>
          <p:sp>
            <p:nvSpPr>
              <p:cNvPr id="157" name="Google Shape;175;p18"/>
              <p:cNvSpPr/>
              <p:nvPr/>
            </p:nvSpPr>
            <p:spPr>
              <a:xfrm>
                <a:off x="7605000" y="224280"/>
                <a:ext cx="499320" cy="484560"/>
              </a:xfrm>
              <a:prstGeom prst="rect">
                <a:avLst/>
              </a:prstGeom>
              <a:solidFill>
                <a:schemeClr val="lt1"/>
              </a:solidFill>
              <a:ln w="0">
                <a:noFill/>
              </a:ln>
            </p:spPr>
            <p:style>
              <a:lnRef idx="0"/>
              <a:fillRef idx="0"/>
              <a:effectRef idx="0"/>
              <a:fontRef idx="minor"/>
            </p:style>
            <p:txBody>
              <a:bodyPr lIns="68400" rIns="68400" tIns="34200" bIns="34200" anchor="t">
                <a:spAutoFit/>
              </a:bodyPr>
              <a:p>
                <a:pPr algn="ctr">
                  <a:lnSpc>
                    <a:spcPct val="100000"/>
                  </a:lnSpc>
                  <a:tabLst>
                    <a:tab algn="l" pos="0"/>
                  </a:tabLst>
                </a:pPr>
                <a:r>
                  <a:rPr b="1" lang="ca-ES" sz="900" strike="noStrike" u="none">
                    <a:solidFill>
                      <a:srgbClr val="c00000"/>
                    </a:solidFill>
                    <a:effectLst/>
                    <a:uFillTx/>
                    <a:latin typeface="Calibri"/>
                    <a:ea typeface="Calibri"/>
                  </a:rPr>
                  <a:t>Low</a:t>
                </a:r>
                <a:r>
                  <a:rPr b="0" lang="ca-ES" sz="900" strike="noStrike" u="none">
                    <a:solidFill>
                      <a:schemeClr val="dk1"/>
                    </a:solidFill>
                    <a:effectLst/>
                    <a:uFillTx/>
                    <a:latin typeface="Calibri"/>
                    <a:ea typeface="Calibri"/>
                  </a:rPr>
                  <a:t>-grade</a:t>
                </a:r>
                <a:endParaRPr b="0" lang="es-ES" sz="900" strike="noStrike" u="none">
                  <a:solidFill>
                    <a:srgbClr val="000000"/>
                  </a:solidFill>
                  <a:effectLst/>
                  <a:uFillTx/>
                  <a:latin typeface="Arial"/>
                </a:endParaRPr>
              </a:p>
              <a:p>
                <a:pPr algn="ctr">
                  <a:lnSpc>
                    <a:spcPct val="100000"/>
                  </a:lnSpc>
                  <a:tabLst>
                    <a:tab algn="l" pos="0"/>
                  </a:tabLst>
                </a:pPr>
                <a:r>
                  <a:rPr b="0" lang="ca-ES" sz="900" strike="noStrike" u="none">
                    <a:solidFill>
                      <a:schemeClr val="dk1"/>
                    </a:solidFill>
                    <a:effectLst/>
                    <a:uFillTx/>
                    <a:latin typeface="Calibri"/>
                    <a:ea typeface="Calibri"/>
                  </a:rPr>
                  <a:t>Rc Es </a:t>
                </a:r>
                <a:r>
                  <a:rPr b="1" lang="ca-ES" sz="900" strike="noStrike" u="none">
                    <a:solidFill>
                      <a:srgbClr val="c00000"/>
                    </a:solidFill>
                    <a:effectLst/>
                    <a:uFillTx/>
                    <a:latin typeface="Calibri"/>
                    <a:ea typeface="Calibri"/>
                  </a:rPr>
                  <a:t>+</a:t>
                </a:r>
                <a:endParaRPr b="0" lang="es-ES" sz="900" strike="noStrike" u="none">
                  <a:solidFill>
                    <a:srgbClr val="000000"/>
                  </a:solidFill>
                  <a:effectLst/>
                  <a:uFillTx/>
                  <a:latin typeface="Arial"/>
                </a:endParaRPr>
              </a:p>
            </p:txBody>
          </p:sp>
          <p:sp>
            <p:nvSpPr>
              <p:cNvPr id="158" name="Google Shape;176;p18"/>
              <p:cNvSpPr/>
              <p:nvPr/>
            </p:nvSpPr>
            <p:spPr>
              <a:xfrm>
                <a:off x="8121240" y="224280"/>
                <a:ext cx="499320" cy="484560"/>
              </a:xfrm>
              <a:prstGeom prst="rect">
                <a:avLst/>
              </a:prstGeom>
              <a:solidFill>
                <a:schemeClr val="lt1"/>
              </a:solidFill>
              <a:ln w="0">
                <a:noFill/>
              </a:ln>
            </p:spPr>
            <p:style>
              <a:lnRef idx="0"/>
              <a:fillRef idx="0"/>
              <a:effectRef idx="0"/>
              <a:fontRef idx="minor"/>
            </p:style>
            <p:txBody>
              <a:bodyPr lIns="68400" rIns="68400" tIns="34200" bIns="34200" anchor="t">
                <a:spAutoFit/>
              </a:bodyPr>
              <a:p>
                <a:pPr algn="ctr">
                  <a:lnSpc>
                    <a:spcPct val="100000"/>
                  </a:lnSpc>
                  <a:tabLst>
                    <a:tab algn="l" pos="0"/>
                  </a:tabLst>
                </a:pPr>
                <a:r>
                  <a:rPr b="1" lang="ca-ES" sz="900" strike="noStrike" u="none">
                    <a:solidFill>
                      <a:srgbClr val="c00000"/>
                    </a:solidFill>
                    <a:effectLst/>
                    <a:uFillTx/>
                    <a:latin typeface="Calibri"/>
                    <a:ea typeface="Calibri"/>
                  </a:rPr>
                  <a:t>High</a:t>
                </a:r>
                <a:r>
                  <a:rPr b="0" lang="ca-ES" sz="900" strike="noStrike" u="none">
                    <a:solidFill>
                      <a:schemeClr val="dk1"/>
                    </a:solidFill>
                    <a:effectLst/>
                    <a:uFillTx/>
                    <a:latin typeface="Calibri"/>
                    <a:ea typeface="Calibri"/>
                  </a:rPr>
                  <a:t>-grade</a:t>
                </a:r>
                <a:endParaRPr b="0" lang="es-ES" sz="900" strike="noStrike" u="none">
                  <a:solidFill>
                    <a:srgbClr val="000000"/>
                  </a:solidFill>
                  <a:effectLst/>
                  <a:uFillTx/>
                  <a:latin typeface="Arial"/>
                </a:endParaRPr>
              </a:p>
              <a:p>
                <a:pPr algn="ctr">
                  <a:lnSpc>
                    <a:spcPct val="100000"/>
                  </a:lnSpc>
                  <a:tabLst>
                    <a:tab algn="l" pos="0"/>
                  </a:tabLst>
                </a:pPr>
                <a:r>
                  <a:rPr b="0" lang="ca-ES" sz="900" strike="noStrike" u="none">
                    <a:solidFill>
                      <a:schemeClr val="dk1"/>
                    </a:solidFill>
                    <a:effectLst/>
                    <a:uFillTx/>
                    <a:latin typeface="Calibri"/>
                    <a:ea typeface="Calibri"/>
                  </a:rPr>
                  <a:t>Rc Es </a:t>
                </a:r>
                <a:r>
                  <a:rPr b="1" lang="ca-ES" sz="900" strike="noStrike" u="none">
                    <a:solidFill>
                      <a:srgbClr val="c00000"/>
                    </a:solidFill>
                    <a:effectLst/>
                    <a:uFillTx/>
                    <a:latin typeface="Calibri"/>
                    <a:ea typeface="Calibri"/>
                  </a:rPr>
                  <a:t>-</a:t>
                </a:r>
                <a:endParaRPr b="0" lang="es-ES" sz="900" strike="noStrike" u="none">
                  <a:solidFill>
                    <a:srgbClr val="000000"/>
                  </a:solidFill>
                  <a:effectLst/>
                  <a:uFillTx/>
                  <a:latin typeface="Arial"/>
                </a:endParaRPr>
              </a:p>
            </p:txBody>
          </p:sp>
          <p:sp>
            <p:nvSpPr>
              <p:cNvPr id="159" name="Google Shape;177;p18"/>
              <p:cNvSpPr/>
              <p:nvPr/>
            </p:nvSpPr>
            <p:spPr>
              <a:xfrm>
                <a:off x="7605000" y="224280"/>
                <a:ext cx="1008720" cy="4481640"/>
              </a:xfrm>
              <a:prstGeom prst="rect">
                <a:avLst/>
              </a:prstGeom>
              <a:noFill/>
              <a:ln w="42875">
                <a:solidFill>
                  <a:srgbClr val="c00000"/>
                </a:solidFill>
                <a:round/>
              </a:ln>
            </p:spPr>
            <p:style>
              <a:lnRef idx="0"/>
              <a:fillRef idx="0"/>
              <a:effectRef idx="0"/>
              <a:fontRef idx="minor"/>
            </p:style>
            <p:txBody>
              <a:bodyPr lIns="68400" rIns="68400" tIns="34200" bIns="34200" anchor="ctr">
                <a:noAutofit/>
              </a:bodyPr>
              <a:p>
                <a:pPr algn="ctr">
                  <a:lnSpc>
                    <a:spcPct val="100000"/>
                  </a:lnSpc>
                  <a:tabLst>
                    <a:tab algn="l" pos="0"/>
                  </a:tabLst>
                </a:pPr>
                <a:endParaRPr b="0" lang="es-ES" sz="1400" strike="noStrike" u="none">
                  <a:solidFill>
                    <a:srgbClr val="000000"/>
                  </a:solidFill>
                  <a:effectLst/>
                  <a:uFillTx/>
                  <a:latin typeface="Arial"/>
                </a:endParaRPr>
              </a:p>
            </p:txBody>
          </p:sp>
        </p:grpSp>
      </p:grpSp>
      <p:cxnSp>
        <p:nvCxnSpPr>
          <p:cNvPr id="160" name="Google Shape;178;p18"/>
          <p:cNvCxnSpPr/>
          <p:nvPr/>
        </p:nvCxnSpPr>
        <p:spPr>
          <a:xfrm flipH="1">
            <a:off x="8097120" y="223920"/>
            <a:ext cx="5760" cy="4482360"/>
          </a:xfrm>
          <a:prstGeom prst="straightConnector1">
            <a:avLst/>
          </a:prstGeom>
          <a:ln w="28575">
            <a:solidFill>
              <a:srgbClr val="595959"/>
            </a:solidFill>
            <a:round/>
          </a:ln>
        </p:spPr>
      </p:cxnSp>
    </p:spTree>
  </p:cSld>
  <mc:AlternateContent>
    <mc:Choice Requires="p14">
      <p:transition spd="slow" p14:dur="2000"/>
    </mc:Choice>
    <mc:Fallback>
      <p:transition spd="slow"/>
    </mc:Fallback>
  </mc:AlternateContent>
  <p:timing>
    <p:tnLst>
      <p:par>
        <p:cTn id="15" dur="indefinite" restart="never" nodeType="tmRoot">
          <p:childTnLst>
            <p:seq>
              <p:cTn id="16" dur="indefinite" nodeType="mainSeq">
                <p:childTnLst>
                  <p:par>
                    <p:cTn id="17" fill="hold">
                      <p:stCondLst>
                        <p:cond delay="indefinite"/>
                      </p:stCondLst>
                      <p:childTnLst>
                        <p:par>
                          <p:cTn id="18" fill="hold">
                            <p:stCondLst>
                              <p:cond delay="0"/>
                            </p:stCondLst>
                            <p:childTnLst>
                              <p:par>
                                <p:cTn id="19" nodeType="clickEffect" fill="hold" presetClass="entr" presetID="1">
                                  <p:stCondLst>
                                    <p:cond delay="0"/>
                                  </p:stCondLst>
                                  <p:childTnLst>
                                    <p:set>
                                      <p:cBhvr>
                                        <p:cTn id="20"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822960" y="671760"/>
            <a:ext cx="7543440" cy="617400"/>
          </a:xfrm>
          <a:prstGeom prst="rect">
            <a:avLst/>
          </a:prstGeom>
          <a:noFill/>
          <a:ln w="0">
            <a:noFill/>
          </a:ln>
        </p:spPr>
        <p:txBody>
          <a:bodyPr lIns="34200" rIns="34200" tIns="34200" bIns="34200" anchor="b">
            <a:spAutoFit/>
          </a:bodyPr>
          <a:p>
            <a:pPr indent="0">
              <a:lnSpc>
                <a:spcPct val="85000"/>
              </a:lnSpc>
              <a:buNone/>
              <a:tabLst>
                <a:tab algn="l" pos="0"/>
              </a:tabLst>
            </a:pPr>
            <a:r>
              <a:rPr b="0" lang="ca-ES" sz="2700" strike="noStrike" u="none">
                <a:solidFill>
                  <a:schemeClr val="dk1"/>
                </a:solidFill>
                <a:effectLst/>
                <a:uFillTx/>
                <a:latin typeface="DM Serif Display"/>
                <a:ea typeface="DM Serif Display"/>
              </a:rPr>
              <a:t>Why We Need a Prognostic Tool for NSMP</a:t>
            </a:r>
            <a:endParaRPr b="0" lang="es-ES" sz="2700" strike="noStrike" u="none">
              <a:solidFill>
                <a:srgbClr val="000000"/>
              </a:solidFill>
              <a:effectLst/>
              <a:uFillTx/>
              <a:latin typeface="Arial"/>
            </a:endParaRPr>
          </a:p>
        </p:txBody>
      </p:sp>
      <p:pic>
        <p:nvPicPr>
          <p:cNvPr id="162" name="Google Shape;185;p19" descr=""/>
          <p:cNvPicPr/>
          <p:nvPr/>
        </p:nvPicPr>
        <p:blipFill>
          <a:blip r:embed="rId1"/>
          <a:stretch/>
        </p:blipFill>
        <p:spPr>
          <a:xfrm>
            <a:off x="6746400" y="57600"/>
            <a:ext cx="2397240" cy="443520"/>
          </a:xfrm>
          <a:prstGeom prst="rect">
            <a:avLst/>
          </a:prstGeom>
          <a:noFill/>
          <a:ln w="0">
            <a:noFill/>
          </a:ln>
        </p:spPr>
      </p:pic>
      <p:grpSp>
        <p:nvGrpSpPr>
          <p:cNvPr id="163" name="Google Shape;186;p19"/>
          <p:cNvGrpSpPr/>
          <p:nvPr/>
        </p:nvGrpSpPr>
        <p:grpSpPr>
          <a:xfrm>
            <a:off x="1110960" y="1948680"/>
            <a:ext cx="2049120" cy="1849320"/>
            <a:chOff x="1110960" y="1948680"/>
            <a:chExt cx="2049120" cy="1849320"/>
          </a:xfrm>
        </p:grpSpPr>
        <p:sp>
          <p:nvSpPr>
            <p:cNvPr id="164" name="Google Shape;187;p19"/>
            <p:cNvSpPr/>
            <p:nvPr/>
          </p:nvSpPr>
          <p:spPr>
            <a:xfrm>
              <a:off x="1110960" y="1948680"/>
              <a:ext cx="2049120" cy="1849320"/>
            </a:xfrm>
            <a:prstGeom prst="ellipse">
              <a:avLst/>
            </a:prstGeom>
            <a:solidFill>
              <a:srgbClr val="fbe6cc"/>
            </a:solidFill>
            <a:ln w="28575">
              <a:solidFill>
                <a:srgbClr val="e48312"/>
              </a:solidFill>
              <a:round/>
            </a:ln>
          </p:spPr>
          <p:style>
            <a:lnRef idx="0"/>
            <a:fillRef idx="0"/>
            <a:effectRef idx="0"/>
            <a:fontRef idx="minor"/>
          </p:style>
          <p:txBody>
            <a:bodyPr lIns="68400" rIns="68400" tIns="34200" bIns="34200" anchor="ctr">
              <a:noAutofit/>
            </a:bodyPr>
            <a:p>
              <a:pPr algn="ctr">
                <a:lnSpc>
                  <a:spcPct val="100000"/>
                </a:lnSpc>
                <a:tabLst>
                  <a:tab algn="l" pos="0"/>
                </a:tabLst>
              </a:pPr>
              <a:endParaRPr b="0" lang="es-ES" sz="1400" strike="noStrike" u="none">
                <a:solidFill>
                  <a:srgbClr val="000000"/>
                </a:solidFill>
                <a:effectLst/>
                <a:uFillTx/>
                <a:latin typeface="Arial"/>
              </a:endParaRPr>
            </a:p>
          </p:txBody>
        </p:sp>
        <p:sp>
          <p:nvSpPr>
            <p:cNvPr id="165" name="Google Shape;188;p19"/>
            <p:cNvSpPr/>
            <p:nvPr/>
          </p:nvSpPr>
          <p:spPr>
            <a:xfrm>
              <a:off x="1176120" y="2441520"/>
              <a:ext cx="1898280" cy="900000"/>
            </a:xfrm>
            <a:prstGeom prst="rect">
              <a:avLst/>
            </a:prstGeom>
            <a:noFill/>
            <a:ln w="0">
              <a:noFill/>
            </a:ln>
          </p:spPr>
          <p:style>
            <a:lnRef idx="0"/>
            <a:fillRef idx="0"/>
            <a:effectRef idx="0"/>
            <a:fontRef idx="minor"/>
          </p:style>
          <p:txBody>
            <a:bodyPr lIns="68400" rIns="68400" tIns="34200" bIns="34200" anchor="t">
              <a:spAutoFit/>
            </a:bodyPr>
            <a:p>
              <a:pPr algn="ctr">
                <a:lnSpc>
                  <a:spcPct val="100000"/>
                </a:lnSpc>
                <a:tabLst>
                  <a:tab algn="l" pos="0"/>
                </a:tabLst>
              </a:pPr>
              <a:r>
                <a:rPr b="1" lang="ca-ES" sz="1350" strike="noStrike" u="none">
                  <a:solidFill>
                    <a:schemeClr val="accent2"/>
                  </a:solidFill>
                  <a:effectLst/>
                  <a:uFillTx/>
                  <a:latin typeface="Arial"/>
                  <a:ea typeface="Arial"/>
                </a:rPr>
                <a:t>≈ 50% EC</a:t>
              </a:r>
              <a:endParaRPr b="0" lang="es-ES" sz="1350" strike="noStrike" u="none">
                <a:solidFill>
                  <a:srgbClr val="000000"/>
                </a:solidFill>
                <a:effectLst/>
                <a:uFillTx/>
                <a:latin typeface="Arial"/>
              </a:endParaRPr>
            </a:p>
            <a:p>
              <a:pPr algn="ctr">
                <a:lnSpc>
                  <a:spcPct val="100000"/>
                </a:lnSpc>
                <a:tabLst>
                  <a:tab algn="l" pos="0"/>
                </a:tabLst>
              </a:pPr>
              <a:r>
                <a:rPr b="0" lang="ca-ES" sz="1350" strike="noStrike" u="none">
                  <a:solidFill>
                    <a:schemeClr val="accent2"/>
                  </a:solidFill>
                  <a:effectLst/>
                  <a:uFillTx/>
                  <a:latin typeface="Arial"/>
                  <a:ea typeface="Arial"/>
                </a:rPr>
                <a:t>Diagnosis</a:t>
              </a:r>
              <a:r>
                <a:rPr b="1" lang="ca-ES" sz="1350" strike="noStrike" u="none">
                  <a:solidFill>
                    <a:schemeClr val="accent2"/>
                  </a:solidFill>
                  <a:effectLst/>
                  <a:uFillTx/>
                  <a:latin typeface="Arial"/>
                  <a:ea typeface="Arial"/>
                </a:rPr>
                <a:t> </a:t>
              </a:r>
              <a:r>
                <a:rPr b="0" lang="ca-ES" sz="1350" strike="noStrike" u="none">
                  <a:solidFill>
                    <a:schemeClr val="accent2"/>
                  </a:solidFill>
                  <a:effectLst/>
                  <a:uFillTx/>
                  <a:latin typeface="Arial"/>
                  <a:ea typeface="Arial"/>
                </a:rPr>
                <a:t>by</a:t>
              </a:r>
              <a:r>
                <a:rPr b="1" lang="ca-ES" sz="1350" strike="noStrike" u="none">
                  <a:solidFill>
                    <a:schemeClr val="accent2"/>
                  </a:solidFill>
                  <a:effectLst/>
                  <a:uFillTx/>
                  <a:latin typeface="Arial"/>
                  <a:ea typeface="Arial"/>
                </a:rPr>
                <a:t> exclusion</a:t>
              </a:r>
              <a:endParaRPr b="0" lang="es-ES" sz="1350" strike="noStrike" u="none">
                <a:solidFill>
                  <a:srgbClr val="000000"/>
                </a:solidFill>
                <a:effectLst/>
                <a:uFillTx/>
                <a:latin typeface="Arial"/>
              </a:endParaRPr>
            </a:p>
            <a:p>
              <a:pPr algn="ctr">
                <a:lnSpc>
                  <a:spcPct val="100000"/>
                </a:lnSpc>
                <a:tabLst>
                  <a:tab algn="l" pos="0"/>
                </a:tabLst>
              </a:pPr>
              <a:r>
                <a:rPr b="1" lang="ca-ES" sz="1350" strike="noStrike" u="none">
                  <a:solidFill>
                    <a:schemeClr val="accent2"/>
                  </a:solidFill>
                  <a:effectLst/>
                  <a:uFillTx/>
                  <a:latin typeface="Arial"/>
                  <a:ea typeface="Arial"/>
                </a:rPr>
                <a:t>Uncertain </a:t>
              </a:r>
              <a:r>
                <a:rPr b="0" lang="ca-ES" sz="1350" strike="noStrike" u="none">
                  <a:solidFill>
                    <a:schemeClr val="accent2"/>
                  </a:solidFill>
                  <a:effectLst/>
                  <a:uFillTx/>
                  <a:latin typeface="Arial"/>
                  <a:ea typeface="Arial"/>
                </a:rPr>
                <a:t>prognosis</a:t>
              </a:r>
              <a:endParaRPr b="0" lang="es-ES" sz="1350" strike="noStrike" u="none">
                <a:solidFill>
                  <a:srgbClr val="000000"/>
                </a:solidFill>
                <a:effectLst/>
                <a:uFillTx/>
                <a:latin typeface="Arial"/>
              </a:endParaRPr>
            </a:p>
          </p:txBody>
        </p:sp>
      </p:grpSp>
      <p:pic>
        <p:nvPicPr>
          <p:cNvPr id="166" name="Google Shape;189;p19" descr=""/>
          <p:cNvPicPr/>
          <p:nvPr/>
        </p:nvPicPr>
        <p:blipFill>
          <a:blip r:embed="rId2"/>
          <a:stretch/>
        </p:blipFill>
        <p:spPr>
          <a:xfrm>
            <a:off x="4042080" y="1503720"/>
            <a:ext cx="4207680" cy="281088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822960" y="671760"/>
            <a:ext cx="7543440" cy="617400"/>
          </a:xfrm>
          <a:prstGeom prst="rect">
            <a:avLst/>
          </a:prstGeom>
          <a:noFill/>
          <a:ln w="0">
            <a:noFill/>
          </a:ln>
        </p:spPr>
        <p:txBody>
          <a:bodyPr lIns="34200" rIns="34200" tIns="34200" bIns="34200" anchor="b">
            <a:spAutoFit/>
          </a:bodyPr>
          <a:p>
            <a:pPr indent="0">
              <a:lnSpc>
                <a:spcPct val="85000"/>
              </a:lnSpc>
              <a:buNone/>
              <a:tabLst>
                <a:tab algn="l" pos="0"/>
              </a:tabLst>
            </a:pPr>
            <a:r>
              <a:rPr b="0" lang="ca-ES" sz="2700" strike="noStrike" u="none">
                <a:solidFill>
                  <a:schemeClr val="dk1"/>
                </a:solidFill>
                <a:effectLst/>
                <a:uFillTx/>
                <a:latin typeface="DM Serif Display"/>
                <a:ea typeface="DM Serif Display"/>
              </a:rPr>
              <a:t>Our Proposal: Developing a Prognostic Model</a:t>
            </a:r>
            <a:endParaRPr b="0" lang="es-ES" sz="2700" strike="noStrike" u="none">
              <a:solidFill>
                <a:srgbClr val="000000"/>
              </a:solidFill>
              <a:effectLst/>
              <a:uFillTx/>
              <a:latin typeface="Arial"/>
            </a:endParaRPr>
          </a:p>
        </p:txBody>
      </p:sp>
      <p:pic>
        <p:nvPicPr>
          <p:cNvPr id="168" name="Google Shape;195;p20" descr=""/>
          <p:cNvPicPr/>
          <p:nvPr/>
        </p:nvPicPr>
        <p:blipFill>
          <a:blip r:embed="rId1"/>
          <a:stretch/>
        </p:blipFill>
        <p:spPr>
          <a:xfrm>
            <a:off x="6746400" y="57600"/>
            <a:ext cx="2397240" cy="443520"/>
          </a:xfrm>
          <a:prstGeom prst="rect">
            <a:avLst/>
          </a:prstGeom>
          <a:noFill/>
          <a:ln w="0">
            <a:noFill/>
          </a:ln>
        </p:spPr>
      </p:pic>
      <p:sp>
        <p:nvSpPr>
          <p:cNvPr id="169" name="Google Shape;196;p20"/>
          <p:cNvSpPr/>
          <p:nvPr/>
        </p:nvSpPr>
        <p:spPr>
          <a:xfrm>
            <a:off x="1287720" y="1485000"/>
            <a:ext cx="5863320" cy="530640"/>
          </a:xfrm>
          <a:prstGeom prst="rect">
            <a:avLst/>
          </a:prstGeom>
          <a:noFill/>
          <a:ln w="0">
            <a:noFill/>
          </a:ln>
        </p:spPr>
        <p:style>
          <a:lnRef idx="0"/>
          <a:fillRef idx="0"/>
          <a:effectRef idx="0"/>
          <a:fontRef idx="minor"/>
        </p:style>
        <p:txBody>
          <a:bodyPr lIns="68400" rIns="68400" tIns="34200" bIns="34200" anchor="t">
            <a:spAutoFit/>
          </a:bodyPr>
          <a:p>
            <a:pPr algn="ctr">
              <a:lnSpc>
                <a:spcPct val="100000"/>
              </a:lnSpc>
              <a:tabLst>
                <a:tab algn="l" pos="0"/>
              </a:tabLst>
            </a:pPr>
            <a:r>
              <a:rPr b="0" lang="ca-ES" sz="1500" strike="noStrike" u="none">
                <a:solidFill>
                  <a:schemeClr val="dk1"/>
                </a:solidFill>
                <a:effectLst/>
                <a:uFillTx/>
                <a:latin typeface="Arial"/>
                <a:ea typeface="Arial"/>
              </a:rPr>
              <a:t>We aim to improve risk stratification for NSMP endometrial cancer through a robust and validated prognostic model</a:t>
            </a:r>
            <a:endParaRPr b="0" lang="es-ES" sz="15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822960" y="671760"/>
            <a:ext cx="7543440" cy="617400"/>
          </a:xfrm>
          <a:prstGeom prst="rect">
            <a:avLst/>
          </a:prstGeom>
          <a:noFill/>
          <a:ln w="0">
            <a:noFill/>
          </a:ln>
        </p:spPr>
        <p:txBody>
          <a:bodyPr lIns="34200" rIns="34200" tIns="34200" bIns="34200" anchor="b">
            <a:spAutoFit/>
          </a:bodyPr>
          <a:p>
            <a:pPr indent="0">
              <a:lnSpc>
                <a:spcPct val="85000"/>
              </a:lnSpc>
              <a:buNone/>
              <a:tabLst>
                <a:tab algn="l" pos="0"/>
              </a:tabLst>
            </a:pPr>
            <a:r>
              <a:rPr b="0" lang="ca-ES" sz="2700" strike="noStrike" u="none">
                <a:solidFill>
                  <a:schemeClr val="dk1"/>
                </a:solidFill>
                <a:effectLst/>
                <a:uFillTx/>
                <a:latin typeface="DM Serif Display"/>
                <a:ea typeface="DM Serif Display"/>
              </a:rPr>
              <a:t>Developing a Prognostic Model:</a:t>
            </a:r>
            <a:endParaRPr b="0" lang="es-ES" sz="2700" strike="noStrike" u="none">
              <a:solidFill>
                <a:srgbClr val="000000"/>
              </a:solidFill>
              <a:effectLst/>
              <a:uFillTx/>
              <a:latin typeface="Arial"/>
            </a:endParaRPr>
          </a:p>
        </p:txBody>
      </p:sp>
      <p:pic>
        <p:nvPicPr>
          <p:cNvPr id="171" name="Google Shape;202;p21" descr=""/>
          <p:cNvPicPr/>
          <p:nvPr/>
        </p:nvPicPr>
        <p:blipFill>
          <a:blip r:embed="rId1"/>
          <a:stretch/>
        </p:blipFill>
        <p:spPr>
          <a:xfrm>
            <a:off x="6746400" y="57600"/>
            <a:ext cx="2397240" cy="443520"/>
          </a:xfrm>
          <a:prstGeom prst="rect">
            <a:avLst/>
          </a:prstGeom>
          <a:noFill/>
          <a:ln w="0">
            <a:noFill/>
          </a:ln>
        </p:spPr>
      </p:pic>
      <p:grpSp>
        <p:nvGrpSpPr>
          <p:cNvPr id="172" name="Google Shape;203;p21"/>
          <p:cNvGrpSpPr/>
          <p:nvPr/>
        </p:nvGrpSpPr>
        <p:grpSpPr>
          <a:xfrm>
            <a:off x="1328760" y="2111400"/>
            <a:ext cx="6091920" cy="870120"/>
            <a:chOff x="1328760" y="2111400"/>
            <a:chExt cx="6091920" cy="870120"/>
          </a:xfrm>
        </p:grpSpPr>
        <p:sp>
          <p:nvSpPr>
            <p:cNvPr id="173" name="Google Shape;204;p21"/>
            <p:cNvSpPr/>
            <p:nvPr/>
          </p:nvSpPr>
          <p:spPr>
            <a:xfrm>
              <a:off x="1328760" y="2111400"/>
              <a:ext cx="2175480" cy="870120"/>
            </a:xfrm>
            <a:prstGeom prst="chevron">
              <a:avLst>
                <a:gd name="adj" fmla="val 50000"/>
              </a:avLst>
            </a:prstGeom>
            <a:solidFill>
              <a:srgbClr val="e38310"/>
            </a:solidFill>
            <a:ln w="11900">
              <a:solidFill>
                <a:srgbClr val="ffffff"/>
              </a:solidFill>
              <a:round/>
            </a:ln>
          </p:spPr>
          <p:style>
            <a:lnRef idx="0"/>
            <a:fillRef idx="0"/>
            <a:effectRef idx="0"/>
            <a:fontRef idx="minor"/>
          </p:style>
          <p:txBody>
            <a:bodyPr lIns="68400" rIns="68400" tIns="68400" bIns="6840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174" name="Google Shape;205;p21"/>
            <p:cNvSpPr/>
            <p:nvPr/>
          </p:nvSpPr>
          <p:spPr>
            <a:xfrm>
              <a:off x="1764000" y="2111400"/>
              <a:ext cx="1305000" cy="870120"/>
            </a:xfrm>
            <a:prstGeom prst="rect">
              <a:avLst/>
            </a:prstGeom>
            <a:noFill/>
            <a:ln w="0">
              <a:noFill/>
            </a:ln>
          </p:spPr>
          <p:style>
            <a:lnRef idx="0"/>
            <a:fillRef idx="0"/>
            <a:effectRef idx="0"/>
            <a:fontRef idx="minor"/>
          </p:style>
          <p:txBody>
            <a:bodyPr lIns="47880" rIns="15840" tIns="15840" bIns="15840" anchor="ctr">
              <a:noAutofit/>
            </a:bodyPr>
            <a:p>
              <a:pPr algn="ctr">
                <a:lnSpc>
                  <a:spcPct val="90000"/>
                </a:lnSpc>
                <a:tabLst>
                  <a:tab algn="l" pos="0"/>
                </a:tabLst>
              </a:pPr>
              <a:r>
                <a:rPr b="0" lang="ca-ES" sz="1200" strike="noStrike" u="none">
                  <a:solidFill>
                    <a:schemeClr val="lt1"/>
                  </a:solidFill>
                  <a:effectLst/>
                  <a:uFillTx/>
                  <a:latin typeface="Arial"/>
                  <a:ea typeface="Arial"/>
                </a:rPr>
                <a:t>Integrate clinicopathological and molecular factors</a:t>
              </a:r>
              <a:endParaRPr b="0" lang="es-ES" sz="1200" strike="noStrike" u="none">
                <a:solidFill>
                  <a:srgbClr val="000000"/>
                </a:solidFill>
                <a:effectLst/>
                <a:uFillTx/>
                <a:latin typeface="Arial"/>
              </a:endParaRPr>
            </a:p>
          </p:txBody>
        </p:sp>
        <p:sp>
          <p:nvSpPr>
            <p:cNvPr id="175" name="Google Shape;206;p21"/>
            <p:cNvSpPr/>
            <p:nvPr/>
          </p:nvSpPr>
          <p:spPr>
            <a:xfrm>
              <a:off x="3286800" y="2111400"/>
              <a:ext cx="2175480" cy="870120"/>
            </a:xfrm>
            <a:prstGeom prst="chevron">
              <a:avLst>
                <a:gd name="adj" fmla="val 50000"/>
              </a:avLst>
            </a:prstGeom>
            <a:solidFill>
              <a:srgbClr val="e38310"/>
            </a:solidFill>
            <a:ln w="11900">
              <a:solidFill>
                <a:srgbClr val="ffffff"/>
              </a:solidFill>
              <a:round/>
            </a:ln>
          </p:spPr>
          <p:style>
            <a:lnRef idx="0"/>
            <a:fillRef idx="0"/>
            <a:effectRef idx="0"/>
            <a:fontRef idx="minor"/>
          </p:style>
          <p:txBody>
            <a:bodyPr lIns="68400" rIns="68400" tIns="68400" bIns="6840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176" name="Google Shape;207;p21"/>
            <p:cNvSpPr/>
            <p:nvPr/>
          </p:nvSpPr>
          <p:spPr>
            <a:xfrm>
              <a:off x="3722040" y="2111400"/>
              <a:ext cx="1305000" cy="870120"/>
            </a:xfrm>
            <a:prstGeom prst="rect">
              <a:avLst/>
            </a:prstGeom>
            <a:noFill/>
            <a:ln w="0">
              <a:noFill/>
            </a:ln>
          </p:spPr>
          <p:style>
            <a:lnRef idx="0"/>
            <a:fillRef idx="0"/>
            <a:effectRef idx="0"/>
            <a:fontRef idx="minor"/>
          </p:style>
          <p:txBody>
            <a:bodyPr lIns="47880" rIns="15840" tIns="15840" bIns="15840" anchor="ctr">
              <a:noAutofit/>
            </a:bodyPr>
            <a:p>
              <a:pPr algn="ctr">
                <a:lnSpc>
                  <a:spcPct val="90000"/>
                </a:lnSpc>
                <a:tabLst>
                  <a:tab algn="l" pos="0"/>
                </a:tabLst>
              </a:pPr>
              <a:r>
                <a:rPr b="0" lang="ca-ES" sz="1200" strike="noStrike" u="none">
                  <a:solidFill>
                    <a:schemeClr val="lt1"/>
                  </a:solidFill>
                  <a:effectLst/>
                  <a:uFillTx/>
                  <a:latin typeface="Arial"/>
                  <a:ea typeface="Arial"/>
                </a:rPr>
                <a:t>Build a risk prediction model</a:t>
              </a:r>
              <a:endParaRPr b="0" lang="es-ES" sz="1200" strike="noStrike" u="none">
                <a:solidFill>
                  <a:srgbClr val="000000"/>
                </a:solidFill>
                <a:effectLst/>
                <a:uFillTx/>
                <a:latin typeface="Arial"/>
              </a:endParaRPr>
            </a:p>
          </p:txBody>
        </p:sp>
        <p:sp>
          <p:nvSpPr>
            <p:cNvPr id="177" name="Google Shape;208;p21"/>
            <p:cNvSpPr/>
            <p:nvPr/>
          </p:nvSpPr>
          <p:spPr>
            <a:xfrm>
              <a:off x="5245200" y="2111400"/>
              <a:ext cx="2175480" cy="870120"/>
            </a:xfrm>
            <a:prstGeom prst="chevron">
              <a:avLst>
                <a:gd name="adj" fmla="val 50000"/>
              </a:avLst>
            </a:prstGeom>
            <a:solidFill>
              <a:srgbClr val="e38310"/>
            </a:solidFill>
            <a:ln w="11900">
              <a:solidFill>
                <a:srgbClr val="ffffff"/>
              </a:solidFill>
              <a:round/>
            </a:ln>
          </p:spPr>
          <p:style>
            <a:lnRef idx="0"/>
            <a:fillRef idx="0"/>
            <a:effectRef idx="0"/>
            <a:fontRef idx="minor"/>
          </p:style>
          <p:txBody>
            <a:bodyPr lIns="68400" rIns="68400" tIns="68400" bIns="6840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178" name="Google Shape;209;p21"/>
            <p:cNvSpPr/>
            <p:nvPr/>
          </p:nvSpPr>
          <p:spPr>
            <a:xfrm>
              <a:off x="5680440" y="2111400"/>
              <a:ext cx="1305000" cy="870120"/>
            </a:xfrm>
            <a:prstGeom prst="rect">
              <a:avLst/>
            </a:prstGeom>
            <a:noFill/>
            <a:ln w="0">
              <a:noFill/>
            </a:ln>
          </p:spPr>
          <p:style>
            <a:lnRef idx="0"/>
            <a:fillRef idx="0"/>
            <a:effectRef idx="0"/>
            <a:fontRef idx="minor"/>
          </p:style>
          <p:txBody>
            <a:bodyPr lIns="47880" rIns="15840" tIns="15840" bIns="15840" anchor="ctr">
              <a:noAutofit/>
            </a:bodyPr>
            <a:p>
              <a:pPr algn="ctr">
                <a:lnSpc>
                  <a:spcPct val="90000"/>
                </a:lnSpc>
                <a:tabLst>
                  <a:tab algn="l" pos="0"/>
                </a:tabLst>
              </a:pPr>
              <a:r>
                <a:rPr b="0" lang="ca-ES" sz="1200" strike="noStrike" u="none">
                  <a:solidFill>
                    <a:schemeClr val="lt1"/>
                  </a:solidFill>
                  <a:effectLst/>
                  <a:uFillTx/>
                  <a:latin typeface="Arial"/>
                  <a:ea typeface="Arial"/>
                </a:rPr>
                <a:t>Transform results into a user-friendly digital calculator</a:t>
              </a:r>
              <a:endParaRPr b="0" lang="es-ES" sz="1200" strike="noStrike" u="none">
                <a:solidFill>
                  <a:srgbClr val="000000"/>
                </a:solidFill>
                <a:effectLst/>
                <a:uFillTx/>
                <a:latin typeface="Arial"/>
              </a:endParaRPr>
            </a:p>
          </p:txBody>
        </p:sp>
      </p:grpSp>
      <p:pic>
        <p:nvPicPr>
          <p:cNvPr id="179" name="Google Shape;210;p21" descr="Clinapsis"/>
          <p:cNvPicPr/>
          <p:nvPr/>
        </p:nvPicPr>
        <p:blipFill>
          <a:blip r:embed="rId2"/>
          <a:srcRect l="0" t="0" r="0" b="24613"/>
          <a:stretch/>
        </p:blipFill>
        <p:spPr>
          <a:xfrm>
            <a:off x="1585800" y="3098520"/>
            <a:ext cx="1389240" cy="331920"/>
          </a:xfrm>
          <a:prstGeom prst="rect">
            <a:avLst/>
          </a:prstGeom>
          <a:noFill/>
          <a:ln w="0">
            <a:noFill/>
          </a:ln>
        </p:spPr>
      </p:pic>
      <p:pic>
        <p:nvPicPr>
          <p:cNvPr id="180" name="Google Shape;211;p21" descr="Kaplan-Meier Survival Curve | BioRender Science Templates"/>
          <p:cNvPicPr/>
          <p:nvPr/>
        </p:nvPicPr>
        <p:blipFill>
          <a:blip r:embed="rId3"/>
          <a:srcRect l="10499" t="8332" r="7124" b="23053"/>
          <a:stretch/>
        </p:blipFill>
        <p:spPr>
          <a:xfrm>
            <a:off x="3506040" y="3098520"/>
            <a:ext cx="1381680" cy="1035720"/>
          </a:xfrm>
          <a:prstGeom prst="rect">
            <a:avLst/>
          </a:prstGeom>
          <a:noFill/>
          <a:ln w="0">
            <a:noFill/>
          </a:ln>
        </p:spPr>
      </p:pic>
      <p:pic>
        <p:nvPicPr>
          <p:cNvPr id="181" name="Google Shape;212;p21" descr="How to calculate your business risk using a Risk Assessment Matrix |  Wolters Kluwer"/>
          <p:cNvPicPr/>
          <p:nvPr/>
        </p:nvPicPr>
        <p:blipFill>
          <a:blip r:embed="rId4"/>
          <a:srcRect l="2476" t="0" r="21011" b="56700"/>
          <a:stretch/>
        </p:blipFill>
        <p:spPr>
          <a:xfrm>
            <a:off x="5418720" y="3098520"/>
            <a:ext cx="1640160" cy="914400"/>
          </a:xfrm>
          <a:prstGeom prst="rect">
            <a:avLst/>
          </a:prstGeom>
          <a:noFill/>
          <a:ln w="0">
            <a:noFill/>
          </a:ln>
        </p:spPr>
      </p:pic>
      <p:sp>
        <p:nvSpPr>
          <p:cNvPr id="182" name="Google Shape;213;p21"/>
          <p:cNvSpPr/>
          <p:nvPr/>
        </p:nvSpPr>
        <p:spPr>
          <a:xfrm>
            <a:off x="1360440" y="1527480"/>
            <a:ext cx="5863320" cy="345960"/>
          </a:xfrm>
          <a:prstGeom prst="rect">
            <a:avLst/>
          </a:prstGeom>
          <a:noFill/>
          <a:ln w="0">
            <a:noFill/>
          </a:ln>
        </p:spPr>
        <p:style>
          <a:lnRef idx="0"/>
          <a:fillRef idx="0"/>
          <a:effectRef idx="0"/>
          <a:fontRef idx="minor"/>
        </p:style>
        <p:txBody>
          <a:bodyPr lIns="68400" rIns="68400" tIns="34200" bIns="34200" anchor="t">
            <a:spAutoFit/>
          </a:bodyPr>
          <a:p>
            <a:pPr algn="ctr">
              <a:lnSpc>
                <a:spcPct val="100000"/>
              </a:lnSpc>
              <a:tabLst>
                <a:tab algn="l" pos="0"/>
              </a:tabLst>
            </a:pPr>
            <a:r>
              <a:rPr b="1" lang="ca-ES" sz="1800" strike="noStrike" u="none">
                <a:solidFill>
                  <a:schemeClr val="accent1"/>
                </a:solidFill>
                <a:effectLst/>
                <a:uFillTx/>
                <a:latin typeface="Arial"/>
                <a:ea typeface="Arial"/>
              </a:rPr>
              <a:t>Clinico – pathological and Molecular Tool</a:t>
            </a:r>
            <a:endParaRPr b="0" lang="es-E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1" dur="indefinite" restart="never" nodeType="tmRoot">
          <p:childTnLst>
            <p:seq>
              <p:cTn id="22" dur="indefinite" nodeType="mainSeq">
                <p:childTnLst>
                  <p:par>
                    <p:cTn id="23" fill="hold">
                      <p:stCondLst>
                        <p:cond delay="indefinite"/>
                      </p:stCondLst>
                      <p:childTnLst>
                        <p:par>
                          <p:cTn id="24" fill="hold">
                            <p:stCondLst>
                              <p:cond delay="0"/>
                            </p:stCondLst>
                            <p:childTnLst>
                              <p:par>
                                <p:cTn id="25" nodeType="clickEffect" fill="hold" presetClass="entr" presetID="1">
                                  <p:stCondLst>
                                    <p:cond delay="0"/>
                                  </p:stCondLst>
                                  <p:childTnLst>
                                    <p:set>
                                      <p:cBhvr>
                                        <p:cTn id="26" dur="1" fill="hold">
                                          <p:stCondLst>
                                            <p:cond delay="0"/>
                                          </p:stCondLst>
                                        </p:cTn>
                                        <p:tgtEl>
                                          <p:spTgt spid="17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nodeType="clickEffect" fill="hold" presetClass="entr" presetID="1">
                                  <p:stCondLst>
                                    <p:cond delay="0"/>
                                  </p:stCondLst>
                                  <p:childTnLst>
                                    <p:set>
                                      <p:cBhvr>
                                        <p:cTn id="30" dur="1" fill="hold">
                                          <p:stCondLst>
                                            <p:cond delay="0"/>
                                          </p:stCondLst>
                                        </p:cTn>
                                        <p:tgtEl>
                                          <p:spTgt spid="18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nodeType="clickEffect" fill="hold" presetClass="entr" presetID="1">
                                  <p:stCondLst>
                                    <p:cond delay="0"/>
                                  </p:stCondLst>
                                  <p:childTnLst>
                                    <p:set>
                                      <p:cBhvr>
                                        <p:cTn id="34" dur="1" fill="hold">
                                          <p:stCondLst>
                                            <p:cond delay="0"/>
                                          </p:stCondLst>
                                        </p:cTn>
                                        <p:tgtEl>
                                          <p:spTgt spid="1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822960" y="671760"/>
            <a:ext cx="7543440" cy="617400"/>
          </a:xfrm>
          <a:prstGeom prst="rect">
            <a:avLst/>
          </a:prstGeom>
          <a:noFill/>
          <a:ln w="0">
            <a:noFill/>
          </a:ln>
        </p:spPr>
        <p:txBody>
          <a:bodyPr lIns="34200" rIns="34200" tIns="34200" bIns="34200" anchor="b">
            <a:spAutoFit/>
          </a:bodyPr>
          <a:p>
            <a:pPr indent="0">
              <a:lnSpc>
                <a:spcPct val="85000"/>
              </a:lnSpc>
              <a:buNone/>
              <a:tabLst>
                <a:tab algn="l" pos="0"/>
              </a:tabLst>
            </a:pPr>
            <a:r>
              <a:rPr b="0" lang="ca-ES" sz="2700" strike="noStrike" u="none">
                <a:solidFill>
                  <a:schemeClr val="dk1"/>
                </a:solidFill>
                <a:effectLst/>
                <a:uFillTx/>
                <a:latin typeface="DM Serif Display"/>
                <a:ea typeface="DM Serif Display"/>
              </a:rPr>
              <a:t>Developing a Prognostic Model:</a:t>
            </a:r>
            <a:endParaRPr b="0" lang="es-ES" sz="2700" strike="noStrike" u="none">
              <a:solidFill>
                <a:srgbClr val="000000"/>
              </a:solidFill>
              <a:effectLst/>
              <a:uFillTx/>
              <a:latin typeface="Arial"/>
            </a:endParaRPr>
          </a:p>
        </p:txBody>
      </p:sp>
      <p:pic>
        <p:nvPicPr>
          <p:cNvPr id="184" name="Google Shape;219;p22" descr=""/>
          <p:cNvPicPr/>
          <p:nvPr/>
        </p:nvPicPr>
        <p:blipFill>
          <a:blip r:embed="rId1"/>
          <a:stretch/>
        </p:blipFill>
        <p:spPr>
          <a:xfrm>
            <a:off x="6746400" y="57600"/>
            <a:ext cx="2397240" cy="443520"/>
          </a:xfrm>
          <a:prstGeom prst="rect">
            <a:avLst/>
          </a:prstGeom>
          <a:noFill/>
          <a:ln w="0">
            <a:noFill/>
          </a:ln>
        </p:spPr>
      </p:pic>
      <p:grpSp>
        <p:nvGrpSpPr>
          <p:cNvPr id="185" name="Google Shape;220;p22"/>
          <p:cNvGrpSpPr/>
          <p:nvPr/>
        </p:nvGrpSpPr>
        <p:grpSpPr>
          <a:xfrm>
            <a:off x="1328760" y="2111400"/>
            <a:ext cx="6091920" cy="870120"/>
            <a:chOff x="1328760" y="2111400"/>
            <a:chExt cx="6091920" cy="870120"/>
          </a:xfrm>
        </p:grpSpPr>
        <p:sp>
          <p:nvSpPr>
            <p:cNvPr id="186" name="Google Shape;221;p22"/>
            <p:cNvSpPr/>
            <p:nvPr/>
          </p:nvSpPr>
          <p:spPr>
            <a:xfrm>
              <a:off x="1328760" y="2111400"/>
              <a:ext cx="2175480" cy="870120"/>
            </a:xfrm>
            <a:prstGeom prst="chevron">
              <a:avLst>
                <a:gd name="adj" fmla="val 50000"/>
              </a:avLst>
            </a:prstGeom>
            <a:solidFill>
              <a:srgbClr val="e38310"/>
            </a:solidFill>
            <a:ln w="11900">
              <a:solidFill>
                <a:srgbClr val="ffffff"/>
              </a:solidFill>
              <a:round/>
            </a:ln>
          </p:spPr>
          <p:style>
            <a:lnRef idx="0"/>
            <a:fillRef idx="0"/>
            <a:effectRef idx="0"/>
            <a:fontRef idx="minor"/>
          </p:style>
          <p:txBody>
            <a:bodyPr lIns="68400" rIns="68400" tIns="68400" bIns="6840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187" name="Google Shape;222;p22"/>
            <p:cNvSpPr/>
            <p:nvPr/>
          </p:nvSpPr>
          <p:spPr>
            <a:xfrm>
              <a:off x="1764000" y="2111400"/>
              <a:ext cx="1305000" cy="870120"/>
            </a:xfrm>
            <a:prstGeom prst="rect">
              <a:avLst/>
            </a:prstGeom>
            <a:noFill/>
            <a:ln w="0">
              <a:noFill/>
            </a:ln>
          </p:spPr>
          <p:style>
            <a:lnRef idx="0"/>
            <a:fillRef idx="0"/>
            <a:effectRef idx="0"/>
            <a:fontRef idx="minor"/>
          </p:style>
          <p:txBody>
            <a:bodyPr lIns="47880" rIns="15840" tIns="15840" bIns="15840" anchor="ctr">
              <a:noAutofit/>
            </a:bodyPr>
            <a:p>
              <a:pPr algn="ctr">
                <a:lnSpc>
                  <a:spcPct val="90000"/>
                </a:lnSpc>
                <a:tabLst>
                  <a:tab algn="l" pos="0"/>
                </a:tabLst>
              </a:pPr>
              <a:r>
                <a:rPr b="0" lang="ca-ES" sz="1200" strike="noStrike" u="none">
                  <a:solidFill>
                    <a:schemeClr val="lt1"/>
                  </a:solidFill>
                  <a:effectLst/>
                  <a:uFillTx/>
                  <a:latin typeface="Arial"/>
                  <a:ea typeface="Arial"/>
                </a:rPr>
                <a:t>Integrate clinicopathological and molecular factors</a:t>
              </a:r>
              <a:endParaRPr b="0" lang="es-ES" sz="1200" strike="noStrike" u="none">
                <a:solidFill>
                  <a:srgbClr val="000000"/>
                </a:solidFill>
                <a:effectLst/>
                <a:uFillTx/>
                <a:latin typeface="Arial"/>
              </a:endParaRPr>
            </a:p>
          </p:txBody>
        </p:sp>
        <p:sp>
          <p:nvSpPr>
            <p:cNvPr id="188" name="Google Shape;223;p22"/>
            <p:cNvSpPr/>
            <p:nvPr/>
          </p:nvSpPr>
          <p:spPr>
            <a:xfrm>
              <a:off x="3286800" y="2111400"/>
              <a:ext cx="2175480" cy="870120"/>
            </a:xfrm>
            <a:prstGeom prst="chevron">
              <a:avLst>
                <a:gd name="adj" fmla="val 50000"/>
              </a:avLst>
            </a:prstGeom>
            <a:solidFill>
              <a:srgbClr val="e38310"/>
            </a:solidFill>
            <a:ln w="11900">
              <a:solidFill>
                <a:srgbClr val="ffffff"/>
              </a:solidFill>
              <a:round/>
            </a:ln>
          </p:spPr>
          <p:style>
            <a:lnRef idx="0"/>
            <a:fillRef idx="0"/>
            <a:effectRef idx="0"/>
            <a:fontRef idx="minor"/>
          </p:style>
          <p:txBody>
            <a:bodyPr lIns="68400" rIns="68400" tIns="68400" bIns="6840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189" name="Google Shape;224;p22"/>
            <p:cNvSpPr/>
            <p:nvPr/>
          </p:nvSpPr>
          <p:spPr>
            <a:xfrm>
              <a:off x="3722040" y="2111400"/>
              <a:ext cx="1305000" cy="870120"/>
            </a:xfrm>
            <a:prstGeom prst="rect">
              <a:avLst/>
            </a:prstGeom>
            <a:noFill/>
            <a:ln w="0">
              <a:noFill/>
            </a:ln>
          </p:spPr>
          <p:style>
            <a:lnRef idx="0"/>
            <a:fillRef idx="0"/>
            <a:effectRef idx="0"/>
            <a:fontRef idx="minor"/>
          </p:style>
          <p:txBody>
            <a:bodyPr lIns="47880" rIns="15840" tIns="15840" bIns="15840" anchor="ctr">
              <a:noAutofit/>
            </a:bodyPr>
            <a:p>
              <a:pPr algn="ctr">
                <a:lnSpc>
                  <a:spcPct val="90000"/>
                </a:lnSpc>
                <a:tabLst>
                  <a:tab algn="l" pos="0"/>
                </a:tabLst>
              </a:pPr>
              <a:r>
                <a:rPr b="0" lang="ca-ES" sz="1200" strike="noStrike" u="none">
                  <a:solidFill>
                    <a:schemeClr val="lt1"/>
                  </a:solidFill>
                  <a:effectLst/>
                  <a:uFillTx/>
                  <a:latin typeface="Arial"/>
                  <a:ea typeface="Arial"/>
                </a:rPr>
                <a:t>Build a risk prediction model</a:t>
              </a:r>
              <a:endParaRPr b="0" lang="es-ES" sz="1200" strike="noStrike" u="none">
                <a:solidFill>
                  <a:srgbClr val="000000"/>
                </a:solidFill>
                <a:effectLst/>
                <a:uFillTx/>
                <a:latin typeface="Arial"/>
              </a:endParaRPr>
            </a:p>
          </p:txBody>
        </p:sp>
        <p:sp>
          <p:nvSpPr>
            <p:cNvPr id="190" name="Google Shape;225;p22"/>
            <p:cNvSpPr/>
            <p:nvPr/>
          </p:nvSpPr>
          <p:spPr>
            <a:xfrm>
              <a:off x="5245200" y="2111400"/>
              <a:ext cx="2175480" cy="870120"/>
            </a:xfrm>
            <a:prstGeom prst="chevron">
              <a:avLst>
                <a:gd name="adj" fmla="val 50000"/>
              </a:avLst>
            </a:prstGeom>
            <a:solidFill>
              <a:srgbClr val="e38310"/>
            </a:solidFill>
            <a:ln w="11900">
              <a:solidFill>
                <a:srgbClr val="ffffff"/>
              </a:solidFill>
              <a:round/>
            </a:ln>
          </p:spPr>
          <p:style>
            <a:lnRef idx="0"/>
            <a:fillRef idx="0"/>
            <a:effectRef idx="0"/>
            <a:fontRef idx="minor"/>
          </p:style>
          <p:txBody>
            <a:bodyPr lIns="68400" rIns="68400" tIns="68400" bIns="6840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191" name="Google Shape;226;p22"/>
            <p:cNvSpPr/>
            <p:nvPr/>
          </p:nvSpPr>
          <p:spPr>
            <a:xfrm>
              <a:off x="5680440" y="2111400"/>
              <a:ext cx="1305000" cy="870120"/>
            </a:xfrm>
            <a:prstGeom prst="rect">
              <a:avLst/>
            </a:prstGeom>
            <a:noFill/>
            <a:ln w="0">
              <a:noFill/>
            </a:ln>
          </p:spPr>
          <p:style>
            <a:lnRef idx="0"/>
            <a:fillRef idx="0"/>
            <a:effectRef idx="0"/>
            <a:fontRef idx="minor"/>
          </p:style>
          <p:txBody>
            <a:bodyPr lIns="47880" rIns="15840" tIns="15840" bIns="15840" anchor="ctr">
              <a:noAutofit/>
            </a:bodyPr>
            <a:p>
              <a:pPr algn="ctr">
                <a:lnSpc>
                  <a:spcPct val="90000"/>
                </a:lnSpc>
                <a:tabLst>
                  <a:tab algn="l" pos="0"/>
                </a:tabLst>
              </a:pPr>
              <a:r>
                <a:rPr b="0" lang="ca-ES" sz="1200" strike="noStrike" u="none">
                  <a:solidFill>
                    <a:schemeClr val="lt1"/>
                  </a:solidFill>
                  <a:effectLst/>
                  <a:uFillTx/>
                  <a:latin typeface="Arial"/>
                  <a:ea typeface="Arial"/>
                </a:rPr>
                <a:t>Transform results into a user-friendly digital calculator</a:t>
              </a:r>
              <a:endParaRPr b="0" lang="es-ES" sz="1200" strike="noStrike" u="none">
                <a:solidFill>
                  <a:srgbClr val="000000"/>
                </a:solidFill>
                <a:effectLst/>
                <a:uFillTx/>
                <a:latin typeface="Arial"/>
              </a:endParaRPr>
            </a:p>
          </p:txBody>
        </p:sp>
      </p:grpSp>
      <p:sp>
        <p:nvSpPr>
          <p:cNvPr id="192" name="Google Shape;227;p22"/>
          <p:cNvSpPr/>
          <p:nvPr/>
        </p:nvSpPr>
        <p:spPr>
          <a:xfrm>
            <a:off x="1360440" y="1527480"/>
            <a:ext cx="5863320" cy="345960"/>
          </a:xfrm>
          <a:prstGeom prst="rect">
            <a:avLst/>
          </a:prstGeom>
          <a:noFill/>
          <a:ln w="0">
            <a:noFill/>
          </a:ln>
        </p:spPr>
        <p:style>
          <a:lnRef idx="0"/>
          <a:fillRef idx="0"/>
          <a:effectRef idx="0"/>
          <a:fontRef idx="minor"/>
        </p:style>
        <p:txBody>
          <a:bodyPr lIns="68400" rIns="68400" tIns="34200" bIns="34200" anchor="t">
            <a:spAutoFit/>
          </a:bodyPr>
          <a:p>
            <a:pPr algn="ctr">
              <a:lnSpc>
                <a:spcPct val="100000"/>
              </a:lnSpc>
              <a:tabLst>
                <a:tab algn="l" pos="0"/>
              </a:tabLst>
            </a:pPr>
            <a:r>
              <a:rPr b="1" lang="ca-ES" sz="1800" strike="noStrike" u="none">
                <a:solidFill>
                  <a:schemeClr val="accent1"/>
                </a:solidFill>
                <a:effectLst/>
                <a:uFillTx/>
                <a:latin typeface="Arial"/>
                <a:ea typeface="Arial"/>
              </a:rPr>
              <a:t>Clinico – pathological and Molecular Tool</a:t>
            </a:r>
            <a:endParaRPr b="0" lang="es-ES" sz="1800" strike="noStrike" u="none">
              <a:solidFill>
                <a:srgbClr val="000000"/>
              </a:solidFill>
              <a:effectLst/>
              <a:uFillTx/>
              <a:latin typeface="Arial"/>
            </a:endParaRPr>
          </a:p>
        </p:txBody>
      </p:sp>
      <p:sp>
        <p:nvSpPr>
          <p:cNvPr id="193" name="Google Shape;228;p22"/>
          <p:cNvSpPr/>
          <p:nvPr/>
        </p:nvSpPr>
        <p:spPr>
          <a:xfrm>
            <a:off x="3329280" y="3474000"/>
            <a:ext cx="3493800" cy="691920"/>
          </a:xfrm>
          <a:prstGeom prst="rect">
            <a:avLst/>
          </a:prstGeom>
          <a:noFill/>
          <a:ln w="0">
            <a:noFill/>
          </a:ln>
        </p:spPr>
        <p:style>
          <a:lnRef idx="0"/>
          <a:fillRef idx="0"/>
          <a:effectRef idx="0"/>
          <a:fontRef idx="minor"/>
        </p:style>
        <p:txBody>
          <a:bodyPr lIns="68400" rIns="68400" tIns="34200" bIns="34200" anchor="t">
            <a:noAutofit/>
          </a:bodyPr>
          <a:p>
            <a:pPr marL="214200" indent="-214200" algn="just">
              <a:lnSpc>
                <a:spcPct val="100000"/>
              </a:lnSpc>
              <a:buClr>
                <a:srgbClr val="000000"/>
              </a:buClr>
              <a:buFont typeface="Calibri"/>
              <a:buChar char="-"/>
            </a:pPr>
            <a:r>
              <a:rPr b="0" lang="ca-ES" sz="1350" strike="noStrike" u="none">
                <a:solidFill>
                  <a:schemeClr val="dk1"/>
                </a:solidFill>
                <a:effectLst/>
                <a:uFillTx/>
                <a:latin typeface="Calibri"/>
                <a:ea typeface="Calibri"/>
              </a:rPr>
              <a:t>Support personalized treatment decisions</a:t>
            </a:r>
            <a:endParaRPr b="0" lang="es-ES" sz="1350" strike="noStrike" u="none">
              <a:solidFill>
                <a:srgbClr val="000000"/>
              </a:solidFill>
              <a:effectLst/>
              <a:uFillTx/>
              <a:latin typeface="Arial"/>
            </a:endParaRPr>
          </a:p>
          <a:p>
            <a:pPr marL="214200" indent="-214200" algn="just">
              <a:lnSpc>
                <a:spcPct val="100000"/>
              </a:lnSpc>
              <a:buClr>
                <a:srgbClr val="000000"/>
              </a:buClr>
              <a:buFont typeface="Calibri"/>
              <a:buChar char="-"/>
            </a:pPr>
            <a:r>
              <a:rPr b="0" lang="ca-ES" sz="1350" strike="noStrike" u="none">
                <a:solidFill>
                  <a:schemeClr val="dk1"/>
                </a:solidFill>
                <a:effectLst/>
                <a:uFillTx/>
                <a:latin typeface="Calibri"/>
                <a:ea typeface="Calibri"/>
              </a:rPr>
              <a:t>Improve accuracy of risk stratification</a:t>
            </a:r>
            <a:endParaRPr b="0" lang="es-ES" sz="1350" strike="noStrike" u="none">
              <a:solidFill>
                <a:srgbClr val="000000"/>
              </a:solidFill>
              <a:effectLst/>
              <a:uFillTx/>
              <a:latin typeface="Arial"/>
            </a:endParaRPr>
          </a:p>
          <a:p>
            <a:pPr marL="214200" indent="-214200" algn="just">
              <a:lnSpc>
                <a:spcPct val="100000"/>
              </a:lnSpc>
              <a:buClr>
                <a:srgbClr val="000000"/>
              </a:buClr>
              <a:buFont typeface="Calibri"/>
              <a:buChar char="-"/>
            </a:pPr>
            <a:r>
              <a:rPr b="0" lang="ca-ES" sz="1350" strike="noStrike" u="none">
                <a:solidFill>
                  <a:schemeClr val="dk1"/>
                </a:solidFill>
                <a:effectLst/>
                <a:uFillTx/>
                <a:latin typeface="Calibri"/>
                <a:ea typeface="Calibri"/>
              </a:rPr>
              <a:t>Provide a practical tool for clinicians</a:t>
            </a:r>
            <a:endParaRPr b="0" lang="es-ES" sz="1350" strike="noStrike" u="none">
              <a:solidFill>
                <a:srgbClr val="000000"/>
              </a:solidFill>
              <a:effectLst/>
              <a:uFillTx/>
              <a:latin typeface="Arial"/>
            </a:endParaRPr>
          </a:p>
        </p:txBody>
      </p:sp>
      <p:pic>
        <p:nvPicPr>
          <p:cNvPr id="194" name="Google Shape;229;p22" descr="Objetivo dibujo / LetsDrawIt"/>
          <p:cNvPicPr/>
          <p:nvPr/>
        </p:nvPicPr>
        <p:blipFill>
          <a:blip r:embed="rId2"/>
          <a:stretch/>
        </p:blipFill>
        <p:spPr>
          <a:xfrm>
            <a:off x="1760760" y="3152520"/>
            <a:ext cx="1167480" cy="116748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title"/>
          </p:nvPr>
        </p:nvSpPr>
        <p:spPr>
          <a:xfrm>
            <a:off x="822960" y="662400"/>
            <a:ext cx="8020800" cy="617400"/>
          </a:xfrm>
          <a:prstGeom prst="rect">
            <a:avLst/>
          </a:prstGeom>
          <a:noFill/>
          <a:ln w="0">
            <a:noFill/>
          </a:ln>
        </p:spPr>
        <p:txBody>
          <a:bodyPr lIns="34200" rIns="34200" tIns="34200" bIns="34200" anchor="b">
            <a:spAutoFit/>
          </a:bodyPr>
          <a:p>
            <a:pPr indent="0">
              <a:lnSpc>
                <a:spcPct val="85000"/>
              </a:lnSpc>
              <a:buNone/>
              <a:tabLst>
                <a:tab algn="l" pos="0"/>
              </a:tabLst>
            </a:pPr>
            <a:r>
              <a:rPr b="0" lang="ca-ES" sz="2620" strike="noStrike" u="none">
                <a:solidFill>
                  <a:schemeClr val="dk1"/>
                </a:solidFill>
                <a:effectLst/>
                <a:uFillTx/>
                <a:latin typeface="DM Serif Display"/>
                <a:ea typeface="DM Serif Display"/>
              </a:rPr>
              <a:t>Study Design and Potential Digital Health Integration</a:t>
            </a:r>
            <a:endParaRPr b="0" lang="es-ES" sz="2620" strike="noStrike" u="none">
              <a:solidFill>
                <a:srgbClr val="000000"/>
              </a:solidFill>
              <a:effectLst/>
              <a:uFillTx/>
              <a:latin typeface="Arial"/>
            </a:endParaRPr>
          </a:p>
        </p:txBody>
      </p:sp>
      <p:pic>
        <p:nvPicPr>
          <p:cNvPr id="196" name="Google Shape;236;p23" descr=""/>
          <p:cNvPicPr/>
          <p:nvPr/>
        </p:nvPicPr>
        <p:blipFill>
          <a:blip r:embed="rId1"/>
          <a:stretch/>
        </p:blipFill>
        <p:spPr>
          <a:xfrm>
            <a:off x="6746400" y="57600"/>
            <a:ext cx="2397240" cy="443520"/>
          </a:xfrm>
          <a:prstGeom prst="rect">
            <a:avLst/>
          </a:prstGeom>
          <a:noFill/>
          <a:ln w="0">
            <a:noFill/>
          </a:ln>
        </p:spPr>
      </p:pic>
      <p:grpSp>
        <p:nvGrpSpPr>
          <p:cNvPr id="197" name="Google Shape;237;p23"/>
          <p:cNvGrpSpPr/>
          <p:nvPr/>
        </p:nvGrpSpPr>
        <p:grpSpPr>
          <a:xfrm>
            <a:off x="822960" y="1494360"/>
            <a:ext cx="3700080" cy="2914560"/>
            <a:chOff x="822960" y="1494360"/>
            <a:chExt cx="3700080" cy="2914560"/>
          </a:xfrm>
        </p:grpSpPr>
        <p:sp>
          <p:nvSpPr>
            <p:cNvPr id="198" name="Google Shape;238;p23"/>
            <p:cNvSpPr/>
            <p:nvPr/>
          </p:nvSpPr>
          <p:spPr>
            <a:xfrm>
              <a:off x="2358720" y="1514520"/>
              <a:ext cx="2164320" cy="2894400"/>
            </a:xfrm>
            <a:prstGeom prst="rect">
              <a:avLst/>
            </a:prstGeom>
            <a:solidFill>
              <a:srgbClr val="e6e3cb"/>
            </a:solidFill>
            <a:ln w="42875">
              <a:solidFill>
                <a:srgbClr val="c2bc80"/>
              </a:solidFill>
              <a:round/>
            </a:ln>
          </p:spPr>
          <p:style>
            <a:lnRef idx="0"/>
            <a:fillRef idx="0"/>
            <a:effectRef idx="0"/>
            <a:fontRef idx="minor"/>
          </p:style>
          <p:txBody>
            <a:bodyPr lIns="68400" rIns="68400" tIns="34200" bIns="34200" anchor="ctr">
              <a:noAutofit/>
            </a:bodyPr>
            <a:p>
              <a:pPr marL="257040" indent="-257040">
                <a:lnSpc>
                  <a:spcPct val="100000"/>
                </a:lnSpc>
                <a:buClr>
                  <a:srgbClr val="000000"/>
                </a:buClr>
                <a:buFont typeface="Arial"/>
                <a:buChar char="-"/>
              </a:pPr>
              <a:r>
                <a:rPr b="0" lang="ca-ES" sz="1350" strike="noStrike" u="none">
                  <a:solidFill>
                    <a:schemeClr val="dk1"/>
                  </a:solidFill>
                  <a:effectLst/>
                  <a:uFillTx/>
                  <a:latin typeface="Arial"/>
                  <a:ea typeface="Arial"/>
                </a:rPr>
                <a:t>Retrospective observational cohort study</a:t>
              </a:r>
              <a:endParaRPr b="0" lang="es-ES" sz="1350" strike="noStrike" u="none">
                <a:solidFill>
                  <a:srgbClr val="000000"/>
                </a:solidFill>
                <a:effectLst/>
                <a:uFillTx/>
                <a:latin typeface="Arial"/>
              </a:endParaRPr>
            </a:p>
            <a:p>
              <a:pPr marL="257040" indent="-257040">
                <a:lnSpc>
                  <a:spcPct val="100000"/>
                </a:lnSpc>
                <a:buClr>
                  <a:srgbClr val="000000"/>
                </a:buClr>
                <a:buFont typeface="Arial"/>
                <a:buChar char="-"/>
              </a:pPr>
              <a:r>
                <a:rPr b="0" lang="ca-ES" sz="1350" strike="noStrike" u="none">
                  <a:solidFill>
                    <a:schemeClr val="dk1"/>
                  </a:solidFill>
                  <a:effectLst/>
                  <a:uFillTx/>
                  <a:latin typeface="Arial"/>
                  <a:ea typeface="Arial"/>
                </a:rPr>
                <a:t>Development cohort: N≈150</a:t>
              </a:r>
              <a:endParaRPr b="0" lang="es-ES" sz="1350" strike="noStrike" u="none">
                <a:solidFill>
                  <a:srgbClr val="000000"/>
                </a:solidFill>
                <a:effectLst/>
                <a:uFillTx/>
                <a:latin typeface="Arial"/>
              </a:endParaRPr>
            </a:p>
            <a:p>
              <a:pPr marL="257040" indent="-257040">
                <a:lnSpc>
                  <a:spcPct val="100000"/>
                </a:lnSpc>
                <a:buClr>
                  <a:srgbClr val="000000"/>
                </a:buClr>
                <a:buFont typeface="Arial"/>
                <a:buChar char="-"/>
              </a:pPr>
              <a:r>
                <a:rPr b="0" lang="ca-ES" sz="1350" strike="noStrike" u="none">
                  <a:solidFill>
                    <a:schemeClr val="dk1"/>
                  </a:solidFill>
                  <a:effectLst/>
                  <a:uFillTx/>
                  <a:latin typeface="Arial"/>
                  <a:ea typeface="Arial"/>
                </a:rPr>
                <a:t>Validation: internal (testing the model) + external (multicenter cohort)</a:t>
              </a:r>
              <a:endParaRPr b="0" lang="es-ES" sz="1350" strike="noStrike" u="none">
                <a:solidFill>
                  <a:srgbClr val="000000"/>
                </a:solidFill>
                <a:effectLst/>
                <a:uFillTx/>
                <a:latin typeface="Arial"/>
              </a:endParaRPr>
            </a:p>
            <a:p>
              <a:pPr marL="257040" indent="-257040">
                <a:lnSpc>
                  <a:spcPct val="100000"/>
                </a:lnSpc>
                <a:buClr>
                  <a:srgbClr val="000000"/>
                </a:buClr>
                <a:buFont typeface="Arial"/>
                <a:buChar char="-"/>
              </a:pPr>
              <a:r>
                <a:rPr b="0" lang="ca-ES" sz="1350" strike="noStrike" u="none">
                  <a:solidFill>
                    <a:schemeClr val="dk1"/>
                  </a:solidFill>
                  <a:effectLst/>
                  <a:uFillTx/>
                  <a:latin typeface="Arial"/>
                  <a:ea typeface="Arial"/>
                </a:rPr>
                <a:t>Outcomes: recurrence-free survival, overall survival </a:t>
              </a:r>
              <a:endParaRPr b="0" lang="es-ES" sz="1350" strike="noStrike" u="none">
                <a:solidFill>
                  <a:srgbClr val="000000"/>
                </a:solidFill>
                <a:effectLst/>
                <a:uFillTx/>
                <a:latin typeface="Arial"/>
              </a:endParaRPr>
            </a:p>
          </p:txBody>
        </p:sp>
        <p:grpSp>
          <p:nvGrpSpPr>
            <p:cNvPr id="199" name="Google Shape;239;p23"/>
            <p:cNvGrpSpPr/>
            <p:nvPr/>
          </p:nvGrpSpPr>
          <p:grpSpPr>
            <a:xfrm>
              <a:off x="822960" y="1494360"/>
              <a:ext cx="1398240" cy="684000"/>
              <a:chOff x="822960" y="1494360"/>
              <a:chExt cx="1398240" cy="684000"/>
            </a:xfrm>
          </p:grpSpPr>
          <p:sp>
            <p:nvSpPr>
              <p:cNvPr id="200" name="Google Shape;240;p23"/>
              <p:cNvSpPr/>
              <p:nvPr/>
            </p:nvSpPr>
            <p:spPr>
              <a:xfrm>
                <a:off x="822960" y="1494360"/>
                <a:ext cx="1398240" cy="684000"/>
              </a:xfrm>
              <a:prstGeom prst="roundRect">
                <a:avLst>
                  <a:gd name="adj" fmla="val 10000"/>
                </a:avLst>
              </a:prstGeom>
              <a:solidFill>
                <a:schemeClr val="accent5"/>
              </a:solidFill>
              <a:ln w="11900">
                <a:solidFill>
                  <a:srgbClr val="ffffff"/>
                </a:solidFill>
                <a:round/>
              </a:ln>
            </p:spPr>
            <p:style>
              <a:lnRef idx="0"/>
              <a:fillRef idx="0"/>
              <a:effectRef idx="0"/>
              <a:fontRef idx="minor"/>
            </p:style>
            <p:txBody>
              <a:bodyPr lIns="68400" rIns="68400" tIns="34200" bIns="34200" anchor="t">
                <a:noAutofit/>
              </a:bodyPr>
              <a:p>
                <a:pPr>
                  <a:lnSpc>
                    <a:spcPct val="100000"/>
                  </a:lnSpc>
                  <a:tabLst>
                    <a:tab algn="l" pos="0"/>
                  </a:tabLst>
                </a:pPr>
                <a:endParaRPr b="0" lang="es-ES" sz="1400" strike="noStrike" u="none">
                  <a:solidFill>
                    <a:srgbClr val="000000"/>
                  </a:solidFill>
                  <a:effectLst/>
                  <a:uFillTx/>
                  <a:latin typeface="Arial"/>
                </a:endParaRPr>
              </a:p>
            </p:txBody>
          </p:sp>
          <p:sp>
            <p:nvSpPr>
              <p:cNvPr id="201" name="Google Shape;241;p23"/>
              <p:cNvSpPr/>
              <p:nvPr/>
            </p:nvSpPr>
            <p:spPr>
              <a:xfrm>
                <a:off x="843480" y="1514520"/>
                <a:ext cx="1357560" cy="644040"/>
              </a:xfrm>
              <a:prstGeom prst="rect">
                <a:avLst/>
              </a:prstGeom>
              <a:solidFill>
                <a:schemeClr val="accent5"/>
              </a:solidFill>
              <a:ln w="0">
                <a:noFill/>
              </a:ln>
            </p:spPr>
            <p:style>
              <a:lnRef idx="0"/>
              <a:fillRef idx="0"/>
              <a:effectRef idx="0"/>
              <a:fontRef idx="minor"/>
            </p:style>
            <p:txBody>
              <a:bodyPr lIns="50040" rIns="50040" tIns="33480" bIns="33480" anchor="ctr">
                <a:noAutofit/>
              </a:bodyPr>
              <a:p>
                <a:pPr algn="ctr">
                  <a:lnSpc>
                    <a:spcPct val="90000"/>
                  </a:lnSpc>
                  <a:tabLst>
                    <a:tab algn="l" pos="0"/>
                  </a:tabLst>
                </a:pPr>
                <a:r>
                  <a:rPr b="0" lang="ca-ES" sz="2250" strike="noStrike" u="none">
                    <a:solidFill>
                      <a:schemeClr val="lt1"/>
                    </a:solidFill>
                    <a:effectLst/>
                    <a:uFillTx/>
                    <a:latin typeface="Arial"/>
                    <a:ea typeface="Arial"/>
                  </a:rPr>
                  <a:t>Study design</a:t>
                </a:r>
                <a:endParaRPr b="0" lang="es-ES" sz="2250" strike="noStrike" u="none">
                  <a:solidFill>
                    <a:srgbClr val="000000"/>
                  </a:solidFill>
                  <a:effectLst/>
                  <a:uFillTx/>
                  <a:latin typeface="Arial"/>
                </a:endParaRPr>
              </a:p>
            </p:txBody>
          </p:sp>
        </p:grpSp>
      </p:grpSp>
      <p:grpSp>
        <p:nvGrpSpPr>
          <p:cNvPr id="202" name="Google Shape;242;p23"/>
          <p:cNvGrpSpPr/>
          <p:nvPr/>
        </p:nvGrpSpPr>
        <p:grpSpPr>
          <a:xfrm>
            <a:off x="4790160" y="1494360"/>
            <a:ext cx="3700080" cy="2914560"/>
            <a:chOff x="4790160" y="1494360"/>
            <a:chExt cx="3700080" cy="2914560"/>
          </a:xfrm>
        </p:grpSpPr>
        <p:sp>
          <p:nvSpPr>
            <p:cNvPr id="203" name="Google Shape;243;p23"/>
            <p:cNvSpPr/>
            <p:nvPr/>
          </p:nvSpPr>
          <p:spPr>
            <a:xfrm>
              <a:off x="6325920" y="1514520"/>
              <a:ext cx="2164320" cy="2894400"/>
            </a:xfrm>
            <a:prstGeom prst="rect">
              <a:avLst/>
            </a:prstGeom>
            <a:solidFill>
              <a:srgbClr val="ccddea">
                <a:alpha val="61000"/>
              </a:srgbClr>
            </a:solidFill>
            <a:ln w="42875">
              <a:solidFill>
                <a:srgbClr val="acc8dd"/>
              </a:solidFill>
              <a:round/>
            </a:ln>
          </p:spPr>
          <p:style>
            <a:lnRef idx="0"/>
            <a:fillRef idx="0"/>
            <a:effectRef idx="0"/>
            <a:fontRef idx="minor"/>
          </p:style>
          <p:txBody>
            <a:bodyPr lIns="68400" rIns="68400" tIns="34200" bIns="34200" anchor="ctr">
              <a:noAutofit/>
            </a:bodyPr>
            <a:p>
              <a:pPr marL="257040" indent="-257040">
                <a:lnSpc>
                  <a:spcPct val="100000"/>
                </a:lnSpc>
                <a:buClr>
                  <a:srgbClr val="000000"/>
                </a:buClr>
                <a:buFont typeface="Arial"/>
                <a:buChar char="-"/>
              </a:pPr>
              <a:r>
                <a:rPr b="0" lang="ca-ES" sz="1350" strike="noStrike" u="none">
                  <a:solidFill>
                    <a:schemeClr val="dk1"/>
                  </a:solidFill>
                  <a:effectLst/>
                  <a:uFillTx/>
                  <a:latin typeface="Arial"/>
                  <a:ea typeface="Arial"/>
                </a:rPr>
                <a:t>Goal: translate the model into a practical tool</a:t>
              </a:r>
              <a:endParaRPr b="0" lang="es-ES" sz="1350" strike="noStrike" u="none">
                <a:solidFill>
                  <a:srgbClr val="000000"/>
                </a:solidFill>
                <a:effectLst/>
                <a:uFillTx/>
                <a:latin typeface="Arial"/>
              </a:endParaRPr>
            </a:p>
            <a:p>
              <a:pPr>
                <a:lnSpc>
                  <a:spcPct val="100000"/>
                </a:lnSpc>
                <a:tabLst>
                  <a:tab algn="l" pos="0"/>
                </a:tabLst>
              </a:pPr>
              <a:endParaRPr b="0" lang="es-ES" sz="1350" strike="noStrike" u="none">
                <a:solidFill>
                  <a:srgbClr val="000000"/>
                </a:solidFill>
                <a:effectLst/>
                <a:uFillTx/>
                <a:latin typeface="Arial"/>
              </a:endParaRPr>
            </a:p>
            <a:p>
              <a:pPr marL="257040" indent="-257040">
                <a:lnSpc>
                  <a:spcPct val="100000"/>
                </a:lnSpc>
                <a:buClr>
                  <a:srgbClr val="000000"/>
                </a:buClr>
                <a:buFont typeface="Arial"/>
                <a:buChar char="-"/>
                <a:tabLst>
                  <a:tab algn="l" pos="0"/>
                </a:tabLst>
              </a:pPr>
              <a:r>
                <a:rPr b="0" lang="ca-ES" sz="1350" strike="noStrike" u="none">
                  <a:solidFill>
                    <a:schemeClr val="dk1"/>
                  </a:solidFill>
                  <a:effectLst/>
                  <a:uFillTx/>
                  <a:latin typeface="Arial"/>
                  <a:ea typeface="Arial"/>
                </a:rPr>
                <a:t>Potential forms: web-based calculator, Mobile interface, Integration into clinical workflow</a:t>
              </a:r>
              <a:endParaRPr b="0" lang="es-ES" sz="1350" strike="noStrike" u="none">
                <a:solidFill>
                  <a:srgbClr val="000000"/>
                </a:solidFill>
                <a:effectLst/>
                <a:uFillTx/>
                <a:latin typeface="Arial"/>
              </a:endParaRPr>
            </a:p>
          </p:txBody>
        </p:sp>
        <p:grpSp>
          <p:nvGrpSpPr>
            <p:cNvPr id="204" name="Google Shape;244;p23"/>
            <p:cNvGrpSpPr/>
            <p:nvPr/>
          </p:nvGrpSpPr>
          <p:grpSpPr>
            <a:xfrm>
              <a:off x="4790160" y="1494360"/>
              <a:ext cx="1398240" cy="684000"/>
              <a:chOff x="4790160" y="1494360"/>
              <a:chExt cx="1398240" cy="684000"/>
            </a:xfrm>
          </p:grpSpPr>
          <p:sp>
            <p:nvSpPr>
              <p:cNvPr id="205" name="Google Shape;245;p23"/>
              <p:cNvSpPr/>
              <p:nvPr/>
            </p:nvSpPr>
            <p:spPr>
              <a:xfrm>
                <a:off x="4790160" y="1494360"/>
                <a:ext cx="1398240" cy="684000"/>
              </a:xfrm>
              <a:prstGeom prst="roundRect">
                <a:avLst>
                  <a:gd name="adj" fmla="val 10000"/>
                </a:avLst>
              </a:prstGeom>
              <a:solidFill>
                <a:srgbClr val="acc8dd"/>
              </a:solidFill>
              <a:ln w="11900">
                <a:solidFill>
                  <a:srgbClr val="ffffff"/>
                </a:solidFill>
                <a:round/>
              </a:ln>
            </p:spPr>
            <p:style>
              <a:lnRef idx="0"/>
              <a:fillRef idx="0"/>
              <a:effectRef idx="0"/>
              <a:fontRef idx="minor"/>
            </p:style>
            <p:txBody>
              <a:bodyPr lIns="68400" rIns="68400" tIns="34200" bIns="34200" anchor="t">
                <a:noAutofit/>
              </a:bodyPr>
              <a:p>
                <a:pPr>
                  <a:lnSpc>
                    <a:spcPct val="100000"/>
                  </a:lnSpc>
                  <a:tabLst>
                    <a:tab algn="l" pos="0"/>
                  </a:tabLst>
                </a:pPr>
                <a:endParaRPr b="0" lang="es-ES" sz="1400" strike="noStrike" u="none">
                  <a:solidFill>
                    <a:srgbClr val="000000"/>
                  </a:solidFill>
                  <a:effectLst/>
                  <a:uFillTx/>
                  <a:latin typeface="Arial"/>
                </a:endParaRPr>
              </a:p>
            </p:txBody>
          </p:sp>
          <p:sp>
            <p:nvSpPr>
              <p:cNvPr id="206" name="Google Shape;246;p23"/>
              <p:cNvSpPr/>
              <p:nvPr/>
            </p:nvSpPr>
            <p:spPr>
              <a:xfrm>
                <a:off x="4810320" y="1514520"/>
                <a:ext cx="1357560" cy="644040"/>
              </a:xfrm>
              <a:prstGeom prst="rect">
                <a:avLst/>
              </a:prstGeom>
              <a:solidFill>
                <a:srgbClr val="acc8dd"/>
              </a:solidFill>
              <a:ln w="0">
                <a:noFill/>
              </a:ln>
            </p:spPr>
            <p:style>
              <a:lnRef idx="0"/>
              <a:fillRef idx="0"/>
              <a:effectRef idx="0"/>
              <a:fontRef idx="minor"/>
            </p:style>
            <p:txBody>
              <a:bodyPr lIns="50040" rIns="50040" tIns="33480" bIns="33480" anchor="ctr">
                <a:noAutofit/>
              </a:bodyPr>
              <a:p>
                <a:pPr algn="ctr">
                  <a:lnSpc>
                    <a:spcPct val="90000"/>
                  </a:lnSpc>
                  <a:tabLst>
                    <a:tab algn="l" pos="0"/>
                  </a:tabLst>
                </a:pPr>
                <a:r>
                  <a:rPr b="0" lang="ca-ES" sz="2250" strike="noStrike" u="none">
                    <a:solidFill>
                      <a:schemeClr val="lt1"/>
                    </a:solidFill>
                    <a:effectLst/>
                    <a:uFillTx/>
                    <a:latin typeface="Arial"/>
                    <a:ea typeface="Arial"/>
                  </a:rPr>
                  <a:t>Digital Health</a:t>
                </a:r>
                <a:endParaRPr b="0" lang="es-ES" sz="2250" strike="noStrike" u="none">
                  <a:solidFill>
                    <a:srgbClr val="000000"/>
                  </a:solidFill>
                  <a:effectLst/>
                  <a:uFillTx/>
                  <a:latin typeface="Arial"/>
                </a:endParaRPr>
              </a:p>
            </p:txBody>
          </p:sp>
        </p:grpSp>
      </p:grpSp>
    </p:spTree>
  </p:cSld>
  <mc:AlternateContent>
    <mc:Choice Requires="p14">
      <p:transition spd="slow" p14:dur="2000"/>
    </mc:Choice>
    <mc:Fallback>
      <p:transition spd="slow"/>
    </mc:Fallback>
  </mc:AlternateContent>
  <p:timing>
    <p:tnLst>
      <p:par>
        <p:cTn id="35" dur="indefinite" restart="never" nodeType="tmRoot">
          <p:childTnLst>
            <p:seq>
              <p:cTn id="36" dur="indefinite" nodeType="mainSeq">
                <p:childTnLst>
                  <p:par>
                    <p:cTn id="37" fill="hold">
                      <p:stCondLst>
                        <p:cond delay="indefinite"/>
                      </p:stCondLst>
                      <p:childTnLst>
                        <p:par>
                          <p:cTn id="38" fill="hold">
                            <p:stCondLst>
                              <p:cond delay="0"/>
                            </p:stCondLst>
                            <p:childTnLst>
                              <p:par>
                                <p:cTn id="39" nodeType="clickEffect" fill="hold" presetClass="entr" presetID="1">
                                  <p:stCondLst>
                                    <p:cond delay="0"/>
                                  </p:stCondLst>
                                  <p:childTnLst>
                                    <p:set>
                                      <p:cBhvr>
                                        <p:cTn id="40" dur="1" fill="hold">
                                          <p:stCondLst>
                                            <p:cond delay="0"/>
                                          </p:stCondLst>
                                        </p:cTn>
                                        <p:tgtEl>
                                          <p:spTgt spid="2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822960" y="214920"/>
            <a:ext cx="7543440" cy="1087920"/>
          </a:xfrm>
          <a:prstGeom prst="rect">
            <a:avLst/>
          </a:prstGeom>
          <a:noFill/>
          <a:ln w="0">
            <a:noFill/>
          </a:ln>
        </p:spPr>
        <p:txBody>
          <a:bodyPr lIns="68400" rIns="68400" tIns="68400" bIns="68400" anchor="b">
            <a:normAutofit/>
          </a:bodyPr>
          <a:p>
            <a:pPr indent="0">
              <a:lnSpc>
                <a:spcPct val="85000"/>
              </a:lnSpc>
              <a:buNone/>
              <a:tabLst>
                <a:tab algn="l" pos="0"/>
              </a:tabLst>
            </a:pPr>
            <a:r>
              <a:rPr b="0" lang="ca-ES" sz="2620" strike="noStrike" u="none">
                <a:solidFill>
                  <a:schemeClr val="dk1"/>
                </a:solidFill>
                <a:effectLst/>
                <a:uFillTx/>
                <a:latin typeface="DM Serif Display"/>
                <a:ea typeface="DM Serif Display"/>
              </a:rPr>
              <a:t>Variables of interest</a:t>
            </a:r>
            <a:endParaRPr b="0" lang="es-ES" sz="2620" strike="noStrike" u="none">
              <a:solidFill>
                <a:srgbClr val="000000"/>
              </a:solidFill>
              <a:effectLst/>
              <a:uFillTx/>
              <a:latin typeface="Arial"/>
            </a:endParaRPr>
          </a:p>
        </p:txBody>
      </p:sp>
      <p:sp>
        <p:nvSpPr>
          <p:cNvPr id="208" name="PlaceHolder 2"/>
          <p:cNvSpPr>
            <a:spLocks noGrp="1"/>
          </p:cNvSpPr>
          <p:nvPr>
            <p:ph/>
          </p:nvPr>
        </p:nvSpPr>
        <p:spPr>
          <a:xfrm>
            <a:off x="889560" y="1411920"/>
            <a:ext cx="3647520" cy="3017160"/>
          </a:xfrm>
          <a:prstGeom prst="rect">
            <a:avLst/>
          </a:prstGeom>
          <a:noFill/>
          <a:ln w="0">
            <a:noFill/>
          </a:ln>
        </p:spPr>
        <p:txBody>
          <a:bodyPr lIns="68400" rIns="68400" tIns="68400" bIns="68400" anchor="t">
            <a:noAutofit/>
          </a:bodyPr>
          <a:p>
            <a:pPr marL="457200" indent="-291960">
              <a:lnSpc>
                <a:spcPct val="90000"/>
              </a:lnSpc>
              <a:spcBef>
                <a:spcPts val="901"/>
              </a:spcBef>
              <a:buClr>
                <a:srgbClr val="e48312"/>
              </a:buClr>
              <a:buFont typeface="Droid Sans"/>
              <a:buChar char="-"/>
            </a:pPr>
            <a:r>
              <a:rPr b="0" lang="ca-ES" sz="1000" strike="noStrike" u="none">
                <a:solidFill>
                  <a:srgbClr val="3f3f3f"/>
                </a:solidFill>
                <a:effectLst/>
                <a:uFillTx/>
                <a:latin typeface="Droid Sans"/>
                <a:ea typeface="Droid Sans"/>
              </a:rPr>
              <a:t>Fecha nacimiento</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Edad</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IMC</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Fecha diagnóstico (AP)</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Tipo histológico</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Grado</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Infiltración miometrial</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Metástasis a distancia</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Riesgo preIQ ?? Estadiaje preIQ ??</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Tratamiento neoadyuvante</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Tratamiento 1o quirurgico</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ASA</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Tipo histológico definitivo</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Grado histológico</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Tamaño tumoral</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Afectación linfovascular</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AP centinela pélvico</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AP ganglios pélvicos</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AP ganglios paraórticos</a:t>
            </a:r>
            <a:endParaRPr b="0" lang="es-ES" sz="1000" strike="noStrike" u="none">
              <a:solidFill>
                <a:srgbClr val="000000"/>
              </a:solidFill>
              <a:effectLst/>
              <a:uFillTx/>
              <a:latin typeface="Arial"/>
            </a:endParaRPr>
          </a:p>
        </p:txBody>
      </p:sp>
      <p:sp>
        <p:nvSpPr>
          <p:cNvPr id="209" name="Google Shape;254;p24"/>
          <p:cNvSpPr/>
          <p:nvPr/>
        </p:nvSpPr>
        <p:spPr>
          <a:xfrm>
            <a:off x="4234680" y="1411920"/>
            <a:ext cx="4189680" cy="2816280"/>
          </a:xfrm>
          <a:prstGeom prst="rect">
            <a:avLst/>
          </a:prstGeom>
          <a:noFill/>
          <a:ln w="0">
            <a:noFill/>
          </a:ln>
        </p:spPr>
        <p:style>
          <a:lnRef idx="0"/>
          <a:fillRef idx="0"/>
          <a:effectRef idx="0"/>
          <a:fontRef idx="minor"/>
        </p:style>
        <p:txBody>
          <a:bodyPr tIns="91440" bIns="91440" anchor="t">
            <a:spAutoFit/>
          </a:bodyPr>
          <a:p>
            <a:pPr marL="457200" indent="-291960">
              <a:lnSpc>
                <a:spcPct val="90000"/>
              </a:lnSpc>
              <a:spcBef>
                <a:spcPts val="901"/>
              </a:spcBef>
              <a:buClr>
                <a:srgbClr val="e48312"/>
              </a:buClr>
              <a:buFont typeface="Droid Sans"/>
              <a:buChar char="-"/>
            </a:pPr>
            <a:r>
              <a:rPr b="0" lang="ca-ES" sz="1000" strike="noStrike" u="none">
                <a:solidFill>
                  <a:srgbClr val="3f3f3f"/>
                </a:solidFill>
                <a:effectLst/>
                <a:uFillTx/>
                <a:latin typeface="Droid Sans"/>
                <a:ea typeface="Droid Sans"/>
              </a:rPr>
              <a:t>Receptores Estrogenos</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Receptores Progesterona</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Estudio genético</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Estadio Quirurgico FIGO 2018 / 2023</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Grupo de riesgo definitivo (???)</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Tributaria a radioterapia / braquiterapia / sistémico</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Fecha ultima visita </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Recidiva</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Estado actual paciente</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Causa muerte</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Fecha muerte</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Libre enfermedad</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Numero recidiva</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Fecha recidiva</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Diagnostico, numero, lugar</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Tratamiento recibido para la recidiva</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Tratamiento quirúrgic recidiva</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Reseccion macroscopica completa</a:t>
            </a:r>
            <a:endParaRPr b="0" lang="es-ES" sz="1000" strike="noStrike" u="none">
              <a:solidFill>
                <a:srgbClr val="000000"/>
              </a:solidFill>
              <a:effectLst/>
              <a:uFillTx/>
              <a:latin typeface="Arial"/>
            </a:endParaRPr>
          </a:p>
          <a:p>
            <a:pPr marL="457200" indent="-291960">
              <a:lnSpc>
                <a:spcPct val="90000"/>
              </a:lnSpc>
              <a:buClr>
                <a:srgbClr val="e48312"/>
              </a:buClr>
              <a:buFont typeface="Droid Sans"/>
              <a:buChar char="-"/>
            </a:pPr>
            <a:r>
              <a:rPr b="0" lang="ca-ES" sz="1000" strike="noStrike" u="none">
                <a:solidFill>
                  <a:srgbClr val="3f3f3f"/>
                </a:solidFill>
                <a:effectLst/>
                <a:uFillTx/>
                <a:latin typeface="Droid Sans"/>
                <a:ea typeface="Droid Sans"/>
              </a:rPr>
              <a:t>Tratamiento RT / sistémico</a:t>
            </a:r>
            <a:endParaRPr b="0" lang="es-E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822960" y="671760"/>
            <a:ext cx="8020800" cy="617400"/>
          </a:xfrm>
          <a:prstGeom prst="rect">
            <a:avLst/>
          </a:prstGeom>
          <a:noFill/>
          <a:ln w="0">
            <a:noFill/>
          </a:ln>
        </p:spPr>
        <p:txBody>
          <a:bodyPr lIns="34200" rIns="34200" tIns="34200" bIns="34200" anchor="b">
            <a:spAutoFit/>
          </a:bodyPr>
          <a:p>
            <a:pPr indent="0">
              <a:lnSpc>
                <a:spcPct val="85000"/>
              </a:lnSpc>
              <a:buNone/>
              <a:tabLst>
                <a:tab algn="l" pos="0"/>
              </a:tabLst>
            </a:pPr>
            <a:r>
              <a:rPr b="0" lang="ca-ES" sz="2700" strike="noStrike" u="none">
                <a:solidFill>
                  <a:schemeClr val="dk1"/>
                </a:solidFill>
                <a:effectLst/>
                <a:uFillTx/>
                <a:latin typeface="DM Serif Display"/>
                <a:ea typeface="DM Serif Display"/>
              </a:rPr>
              <a:t>Expected Impact: Towards Personalized Care</a:t>
            </a:r>
            <a:endParaRPr b="0" lang="es-ES" sz="2700" strike="noStrike" u="none">
              <a:solidFill>
                <a:srgbClr val="000000"/>
              </a:solidFill>
              <a:effectLst/>
              <a:uFillTx/>
              <a:latin typeface="Arial"/>
            </a:endParaRPr>
          </a:p>
        </p:txBody>
      </p:sp>
      <p:pic>
        <p:nvPicPr>
          <p:cNvPr id="211" name="Google Shape;261;p25" descr=""/>
          <p:cNvPicPr/>
          <p:nvPr/>
        </p:nvPicPr>
        <p:blipFill>
          <a:blip r:embed="rId1"/>
          <a:stretch/>
        </p:blipFill>
        <p:spPr>
          <a:xfrm>
            <a:off x="6746400" y="57600"/>
            <a:ext cx="2397240" cy="443520"/>
          </a:xfrm>
          <a:prstGeom prst="rect">
            <a:avLst/>
          </a:prstGeom>
          <a:noFill/>
          <a:ln w="0">
            <a:noFill/>
          </a:ln>
        </p:spPr>
      </p:pic>
      <p:grpSp>
        <p:nvGrpSpPr>
          <p:cNvPr id="212" name="Google Shape;262;p25"/>
          <p:cNvGrpSpPr/>
          <p:nvPr/>
        </p:nvGrpSpPr>
        <p:grpSpPr>
          <a:xfrm>
            <a:off x="2989080" y="1490760"/>
            <a:ext cx="2518200" cy="2517120"/>
            <a:chOff x="2989080" y="1490760"/>
            <a:chExt cx="2518200" cy="2517120"/>
          </a:xfrm>
        </p:grpSpPr>
        <p:sp>
          <p:nvSpPr>
            <p:cNvPr id="213" name="Google Shape;263;p25"/>
            <p:cNvSpPr/>
            <p:nvPr/>
          </p:nvSpPr>
          <p:spPr>
            <a:xfrm>
              <a:off x="2992680" y="1493280"/>
              <a:ext cx="2514600" cy="2514600"/>
            </a:xfrm>
            <a:prstGeom prst="pie">
              <a:avLst>
                <a:gd name="adj1" fmla="val 16200000"/>
                <a:gd name="adj2" fmla="val 1800000"/>
              </a:avLst>
            </a:prstGeom>
            <a:solidFill>
              <a:schemeClr val="accent5"/>
            </a:solidFill>
            <a:ln w="11900">
              <a:solidFill>
                <a:srgbClr val="ffffff"/>
              </a:solidFill>
              <a:round/>
            </a:ln>
          </p:spPr>
          <p:style>
            <a:lnRef idx="0"/>
            <a:fillRef idx="0"/>
            <a:effectRef idx="0"/>
            <a:fontRef idx="minor"/>
          </p:style>
          <p:txBody>
            <a:bodyPr lIns="68400" rIns="68400" tIns="68400" bIns="68400" anchor="ctr">
              <a:noAutofit/>
            </a:bodyPr>
            <a:p>
              <a:pPr>
                <a:lnSpc>
                  <a:spcPct val="100000"/>
                </a:lnSpc>
                <a:tabLst>
                  <a:tab algn="l" pos="0"/>
                </a:tabLst>
              </a:pPr>
              <a:endParaRPr b="0" lang="es-ES" sz="1400" strike="noStrike" u="none">
                <a:solidFill>
                  <a:srgbClr val="000000"/>
                </a:solidFill>
                <a:effectLst/>
                <a:uFillTx/>
                <a:latin typeface="Arial"/>
              </a:endParaRPr>
            </a:p>
          </p:txBody>
        </p:sp>
        <p:sp>
          <p:nvSpPr>
            <p:cNvPr id="214" name="Google Shape;264;p25"/>
            <p:cNvSpPr/>
            <p:nvPr/>
          </p:nvSpPr>
          <p:spPr>
            <a:xfrm>
              <a:off x="4359960" y="1957320"/>
              <a:ext cx="852840" cy="838080"/>
            </a:xfrm>
            <a:prstGeom prst="rect">
              <a:avLst/>
            </a:prstGeom>
            <a:noFill/>
            <a:ln w="0">
              <a:noFill/>
            </a:ln>
          </p:spPr>
          <p:style>
            <a:lnRef idx="0"/>
            <a:fillRef idx="0"/>
            <a:effectRef idx="0"/>
            <a:fontRef idx="minor"/>
          </p:style>
          <p:txBody>
            <a:bodyPr lIns="18000" rIns="18000" tIns="18000" bIns="18000" anchor="ctr">
              <a:noAutofit/>
            </a:bodyPr>
            <a:p>
              <a:pPr algn="ctr">
                <a:lnSpc>
                  <a:spcPct val="90000"/>
                </a:lnSpc>
                <a:tabLst>
                  <a:tab algn="l" pos="0"/>
                </a:tabLst>
              </a:pPr>
              <a:r>
                <a:rPr b="1" lang="ca-ES" sz="1430" strike="noStrike" u="none">
                  <a:solidFill>
                    <a:schemeClr val="lt1"/>
                  </a:solidFill>
                  <a:effectLst/>
                  <a:uFillTx/>
                  <a:latin typeface="Arial"/>
                  <a:ea typeface="Arial"/>
                </a:rPr>
                <a:t>Scientific impact</a:t>
              </a:r>
              <a:endParaRPr b="0" lang="es-ES" sz="1430" strike="noStrike" u="none">
                <a:solidFill>
                  <a:srgbClr val="000000"/>
                </a:solidFill>
                <a:effectLst/>
                <a:uFillTx/>
                <a:latin typeface="Arial"/>
              </a:endParaRPr>
            </a:p>
          </p:txBody>
        </p:sp>
        <p:sp>
          <p:nvSpPr>
            <p:cNvPr id="215" name="Google Shape;265;p25"/>
            <p:cNvSpPr/>
            <p:nvPr/>
          </p:nvSpPr>
          <p:spPr>
            <a:xfrm>
              <a:off x="2989080" y="1490760"/>
              <a:ext cx="2514600" cy="2514600"/>
            </a:xfrm>
            <a:prstGeom prst="pie">
              <a:avLst>
                <a:gd name="adj1" fmla="val 1800000"/>
                <a:gd name="adj2" fmla="val 9000000"/>
              </a:avLst>
            </a:prstGeom>
            <a:solidFill>
              <a:srgbClr val="a7b083"/>
            </a:solidFill>
            <a:ln w="11900">
              <a:solidFill>
                <a:srgbClr val="ffffff"/>
              </a:solidFill>
              <a:round/>
            </a:ln>
          </p:spPr>
          <p:style>
            <a:lnRef idx="0"/>
            <a:fillRef idx="0"/>
            <a:effectRef idx="0"/>
            <a:fontRef idx="minor"/>
          </p:style>
          <p:txBody>
            <a:bodyPr lIns="68400" rIns="68400" tIns="68400" bIns="68400" anchor="ctr">
              <a:noAutofit/>
            </a:bodyPr>
            <a:p>
              <a:pPr>
                <a:lnSpc>
                  <a:spcPct val="100000"/>
                </a:lnSpc>
                <a:tabLst>
                  <a:tab algn="l" pos="0"/>
                </a:tabLst>
              </a:pPr>
              <a:endParaRPr b="0" lang="es-ES" sz="1400" strike="noStrike" u="none">
                <a:solidFill>
                  <a:srgbClr val="000000"/>
                </a:solidFill>
                <a:effectLst/>
                <a:uFillTx/>
                <a:latin typeface="Arial"/>
              </a:endParaRPr>
            </a:p>
          </p:txBody>
        </p:sp>
        <p:sp>
          <p:nvSpPr>
            <p:cNvPr id="216" name="Google Shape;266;p25"/>
            <p:cNvSpPr/>
            <p:nvPr/>
          </p:nvSpPr>
          <p:spPr>
            <a:xfrm>
              <a:off x="3677760" y="3077640"/>
              <a:ext cx="1137240" cy="777960"/>
            </a:xfrm>
            <a:prstGeom prst="rect">
              <a:avLst/>
            </a:prstGeom>
            <a:noFill/>
            <a:ln w="0">
              <a:noFill/>
            </a:ln>
          </p:spPr>
          <p:style>
            <a:lnRef idx="0"/>
            <a:fillRef idx="0"/>
            <a:effectRef idx="0"/>
            <a:fontRef idx="minor"/>
          </p:style>
          <p:txBody>
            <a:bodyPr lIns="18000" rIns="18000" tIns="18000" bIns="18000" anchor="ctr">
              <a:noAutofit/>
            </a:bodyPr>
            <a:p>
              <a:pPr algn="ctr">
                <a:lnSpc>
                  <a:spcPct val="90000"/>
                </a:lnSpc>
                <a:tabLst>
                  <a:tab algn="l" pos="0"/>
                </a:tabLst>
              </a:pPr>
              <a:r>
                <a:rPr b="1" lang="ca-ES" sz="1430" strike="noStrike" u="none">
                  <a:solidFill>
                    <a:schemeClr val="lt1"/>
                  </a:solidFill>
                  <a:effectLst/>
                  <a:uFillTx/>
                  <a:latin typeface="Arial"/>
                  <a:ea typeface="Arial"/>
                </a:rPr>
                <a:t>Technological impact</a:t>
              </a:r>
              <a:endParaRPr b="0" lang="es-ES" sz="1430" strike="noStrike" u="none">
                <a:solidFill>
                  <a:srgbClr val="000000"/>
                </a:solidFill>
                <a:effectLst/>
                <a:uFillTx/>
                <a:latin typeface="Arial"/>
              </a:endParaRPr>
            </a:p>
          </p:txBody>
        </p:sp>
        <p:sp>
          <p:nvSpPr>
            <p:cNvPr id="217" name="Google Shape;267;p25"/>
            <p:cNvSpPr/>
            <p:nvPr/>
          </p:nvSpPr>
          <p:spPr>
            <a:xfrm>
              <a:off x="2989080" y="1490760"/>
              <a:ext cx="2514600" cy="2514600"/>
            </a:xfrm>
            <a:prstGeom prst="pie">
              <a:avLst>
                <a:gd name="adj1" fmla="val 9000000"/>
                <a:gd name="adj2" fmla="val 16200000"/>
              </a:avLst>
            </a:prstGeom>
            <a:solidFill>
              <a:srgbClr val="949f87"/>
            </a:solidFill>
            <a:ln w="11900">
              <a:solidFill>
                <a:srgbClr val="ffffff"/>
              </a:solidFill>
              <a:round/>
            </a:ln>
          </p:spPr>
          <p:style>
            <a:lnRef idx="0"/>
            <a:fillRef idx="0"/>
            <a:effectRef idx="0"/>
            <a:fontRef idx="minor"/>
          </p:style>
          <p:txBody>
            <a:bodyPr lIns="68400" rIns="68400" tIns="68400" bIns="6840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218" name="Google Shape;268;p25"/>
            <p:cNvSpPr/>
            <p:nvPr/>
          </p:nvSpPr>
          <p:spPr>
            <a:xfrm>
              <a:off x="3258360" y="1984680"/>
              <a:ext cx="852840" cy="838080"/>
            </a:xfrm>
            <a:prstGeom prst="rect">
              <a:avLst/>
            </a:prstGeom>
            <a:noFill/>
            <a:ln w="0">
              <a:noFill/>
            </a:ln>
          </p:spPr>
          <p:style>
            <a:lnRef idx="0"/>
            <a:fillRef idx="0"/>
            <a:effectRef idx="0"/>
            <a:fontRef idx="minor"/>
          </p:style>
          <p:txBody>
            <a:bodyPr lIns="18000" rIns="18000" tIns="18000" bIns="18000" anchor="ctr">
              <a:noAutofit/>
            </a:bodyPr>
            <a:p>
              <a:pPr algn="ctr">
                <a:lnSpc>
                  <a:spcPct val="90000"/>
                </a:lnSpc>
                <a:tabLst>
                  <a:tab algn="l" pos="0"/>
                </a:tabLst>
              </a:pPr>
              <a:r>
                <a:rPr b="1" lang="ca-ES" sz="1430" strike="noStrike" u="none">
                  <a:solidFill>
                    <a:schemeClr val="lt1"/>
                  </a:solidFill>
                  <a:effectLst/>
                  <a:uFillTx/>
                  <a:latin typeface="Arial"/>
                  <a:ea typeface="Arial"/>
                </a:rPr>
                <a:t>Clinical impact</a:t>
              </a:r>
              <a:endParaRPr b="0" lang="es-ES" sz="1430" strike="noStrike" u="none">
                <a:solidFill>
                  <a:srgbClr val="000000"/>
                </a:solidFill>
                <a:effectLst/>
                <a:uFillTx/>
                <a:latin typeface="Arial"/>
              </a:endParaRPr>
            </a:p>
          </p:txBody>
        </p:sp>
      </p:grpSp>
      <p:grpSp>
        <p:nvGrpSpPr>
          <p:cNvPr id="219" name="Google Shape;269;p25"/>
          <p:cNvGrpSpPr/>
          <p:nvPr/>
        </p:nvGrpSpPr>
        <p:grpSpPr>
          <a:xfrm>
            <a:off x="1019880" y="1490760"/>
            <a:ext cx="2133360" cy="1502280"/>
            <a:chOff x="1019880" y="1490760"/>
            <a:chExt cx="2133360" cy="1502280"/>
          </a:xfrm>
        </p:grpSpPr>
        <p:sp>
          <p:nvSpPr>
            <p:cNvPr id="220" name="Google Shape;270;p25"/>
            <p:cNvSpPr/>
            <p:nvPr/>
          </p:nvSpPr>
          <p:spPr>
            <a:xfrm>
              <a:off x="1019880" y="1490760"/>
              <a:ext cx="2133360" cy="540000"/>
            </a:xfrm>
            <a:prstGeom prst="rect">
              <a:avLst/>
            </a:prstGeom>
            <a:noFill/>
            <a:ln w="0">
              <a:noFill/>
            </a:ln>
          </p:spPr>
          <p:style>
            <a:lnRef idx="0"/>
            <a:fillRef idx="0"/>
            <a:effectRef idx="0"/>
            <a:fontRef idx="minor"/>
          </p:style>
          <p:txBody>
            <a:bodyPr lIns="76320" rIns="76320" tIns="38160" bIns="38160" anchor="t">
              <a:spAutoFit/>
            </a:bodyPr>
            <a:p>
              <a:pPr algn="ctr">
                <a:lnSpc>
                  <a:spcPct val="100000"/>
                </a:lnSpc>
                <a:tabLst>
                  <a:tab algn="l" pos="0"/>
                </a:tabLst>
              </a:pPr>
              <a:r>
                <a:rPr b="1" lang="ca-ES" sz="1510" strike="noStrike" u="none">
                  <a:solidFill>
                    <a:schemeClr val="dk2"/>
                  </a:solidFill>
                  <a:effectLst/>
                  <a:uFillTx/>
                  <a:latin typeface="Arial"/>
                  <a:ea typeface="Arial"/>
                </a:rPr>
                <a:t>More personalized treatment decisions</a:t>
              </a:r>
              <a:endParaRPr b="0" lang="es-ES" sz="1510" strike="noStrike" u="none">
                <a:solidFill>
                  <a:srgbClr val="000000"/>
                </a:solidFill>
                <a:effectLst/>
                <a:uFillTx/>
                <a:latin typeface="Arial"/>
              </a:endParaRPr>
            </a:p>
          </p:txBody>
        </p:sp>
        <p:sp>
          <p:nvSpPr>
            <p:cNvPr id="221" name="Google Shape;271;p25" descr="Mulher à espera de consulta de ginecologia ilustrada | Vetor Premium"/>
            <p:cNvSpPr/>
            <p:nvPr/>
          </p:nvSpPr>
          <p:spPr>
            <a:xfrm>
              <a:off x="1572840" y="2085120"/>
              <a:ext cx="907920" cy="907920"/>
            </a:xfrm>
            <a:prstGeom prst="ellipse">
              <a:avLst/>
            </a:pr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effectLst/>
                <a:uFillTx/>
                <a:latin typeface="Arial"/>
              </a:endParaRPr>
            </a:p>
          </p:txBody>
        </p:sp>
      </p:grpSp>
      <p:grpSp>
        <p:nvGrpSpPr>
          <p:cNvPr id="222" name="Google Shape;272;p25"/>
          <p:cNvGrpSpPr/>
          <p:nvPr/>
        </p:nvGrpSpPr>
        <p:grpSpPr>
          <a:xfrm>
            <a:off x="5527800" y="1490760"/>
            <a:ext cx="2792520" cy="1633680"/>
            <a:chOff x="5527800" y="1490760"/>
            <a:chExt cx="2792520" cy="1633680"/>
          </a:xfrm>
        </p:grpSpPr>
        <p:sp>
          <p:nvSpPr>
            <p:cNvPr id="223" name="Google Shape;273;p25"/>
            <p:cNvSpPr/>
            <p:nvPr/>
          </p:nvSpPr>
          <p:spPr>
            <a:xfrm>
              <a:off x="5527800" y="1490760"/>
              <a:ext cx="2792520" cy="484560"/>
            </a:xfrm>
            <a:prstGeom prst="rect">
              <a:avLst/>
            </a:prstGeom>
            <a:noFill/>
            <a:ln w="0">
              <a:noFill/>
            </a:ln>
          </p:spPr>
          <p:style>
            <a:lnRef idx="0"/>
            <a:fillRef idx="0"/>
            <a:effectRef idx="0"/>
            <a:fontRef idx="minor"/>
          </p:style>
          <p:txBody>
            <a:bodyPr lIns="68400" rIns="68400" tIns="34200" bIns="34200" anchor="t">
              <a:spAutoFit/>
            </a:bodyPr>
            <a:p>
              <a:pPr algn="ctr">
                <a:lnSpc>
                  <a:spcPct val="100000"/>
                </a:lnSpc>
                <a:tabLst>
                  <a:tab algn="l" pos="0"/>
                </a:tabLst>
              </a:pPr>
              <a:r>
                <a:rPr b="1" lang="ca-ES" sz="1350" strike="noStrike" u="none">
                  <a:solidFill>
                    <a:srgbClr val="a39b4e"/>
                  </a:solidFill>
                  <a:effectLst/>
                  <a:uFillTx/>
                  <a:latin typeface="Arial"/>
                  <a:ea typeface="Arial"/>
                </a:rPr>
                <a:t>First NSMP-specific prognostic model externally validated</a:t>
              </a:r>
              <a:endParaRPr b="0" lang="es-ES" sz="1350" strike="noStrike" u="none">
                <a:solidFill>
                  <a:srgbClr val="000000"/>
                </a:solidFill>
                <a:effectLst/>
                <a:uFillTx/>
                <a:latin typeface="Arial"/>
              </a:endParaRPr>
            </a:p>
          </p:txBody>
        </p:sp>
        <p:pic>
          <p:nvPicPr>
            <p:cNvPr id="224" name="Google Shape;274;p25" descr="Home Page: Gynecologic Oncology"/>
            <p:cNvPicPr/>
            <p:nvPr/>
          </p:nvPicPr>
          <p:blipFill>
            <a:blip r:embed="rId3"/>
            <a:stretch/>
          </p:blipFill>
          <p:spPr>
            <a:xfrm>
              <a:off x="6513120" y="2018880"/>
              <a:ext cx="821880" cy="1105560"/>
            </a:xfrm>
            <a:prstGeom prst="rect">
              <a:avLst/>
            </a:prstGeom>
            <a:noFill/>
            <a:ln w="0">
              <a:noFill/>
            </a:ln>
            <a:effectLst>
              <a:outerShdw algn="tl" blurRad="219240" dir="2700000" dist="104368" rotWithShape="0">
                <a:srgbClr val="333333">
                  <a:alpha val="65000"/>
                </a:srgbClr>
              </a:outerShdw>
            </a:effectLst>
          </p:spPr>
        </p:pic>
      </p:grpSp>
      <p:grpSp>
        <p:nvGrpSpPr>
          <p:cNvPr id="225" name="Google Shape;275;p25"/>
          <p:cNvGrpSpPr/>
          <p:nvPr/>
        </p:nvGrpSpPr>
        <p:grpSpPr>
          <a:xfrm>
            <a:off x="3553920" y="3736080"/>
            <a:ext cx="2328840" cy="1025640"/>
            <a:chOff x="3553920" y="3736080"/>
            <a:chExt cx="2328840" cy="1025640"/>
          </a:xfrm>
        </p:grpSpPr>
        <p:sp>
          <p:nvSpPr>
            <p:cNvPr id="226" name="Google Shape;276;p25"/>
            <p:cNvSpPr/>
            <p:nvPr/>
          </p:nvSpPr>
          <p:spPr>
            <a:xfrm>
              <a:off x="3553920" y="4069440"/>
              <a:ext cx="1514160" cy="692280"/>
            </a:xfrm>
            <a:prstGeom prst="rect">
              <a:avLst/>
            </a:prstGeom>
            <a:noFill/>
            <a:ln w="0">
              <a:noFill/>
            </a:ln>
          </p:spPr>
          <p:style>
            <a:lnRef idx="0"/>
            <a:fillRef idx="0"/>
            <a:effectRef idx="0"/>
            <a:fontRef idx="minor"/>
          </p:style>
          <p:txBody>
            <a:bodyPr lIns="68400" rIns="68400" tIns="34200" bIns="34200" anchor="t">
              <a:spAutoFit/>
            </a:bodyPr>
            <a:p>
              <a:pPr algn="ctr">
                <a:lnSpc>
                  <a:spcPct val="100000"/>
                </a:lnSpc>
                <a:tabLst>
                  <a:tab algn="l" pos="0"/>
                </a:tabLst>
              </a:pPr>
              <a:r>
                <a:rPr b="1" lang="ca-ES" sz="1350" strike="noStrike" u="none">
                  <a:solidFill>
                    <a:schemeClr val="accent6"/>
                  </a:solidFill>
                  <a:effectLst/>
                  <a:uFillTx/>
                  <a:latin typeface="Arial"/>
                  <a:ea typeface="Arial"/>
                </a:rPr>
                <a:t>Digital tool ready for clinical use</a:t>
              </a:r>
              <a:endParaRPr b="0" lang="es-ES" sz="1350" strike="noStrike" u="none">
                <a:solidFill>
                  <a:srgbClr val="000000"/>
                </a:solidFill>
                <a:effectLst/>
                <a:uFillTx/>
                <a:latin typeface="Arial"/>
              </a:endParaRPr>
            </a:p>
          </p:txBody>
        </p:sp>
        <p:pic>
          <p:nvPicPr>
            <p:cNvPr id="227" name="Google Shape;277;p25" descr="Smart Phone Screen Apps Mobile Phone: vector de stock (libre de regalías)  1211918368 | Shutterstock"/>
            <p:cNvPicPr/>
            <p:nvPr/>
          </p:nvPicPr>
          <p:blipFill>
            <a:blip r:embed="rId4"/>
            <a:srcRect l="0" t="11069" r="15380" b="5359"/>
            <a:stretch/>
          </p:blipFill>
          <p:spPr>
            <a:xfrm>
              <a:off x="4996440" y="3736080"/>
              <a:ext cx="886320" cy="942480"/>
            </a:xfrm>
            <a:prstGeom prst="rect">
              <a:avLst/>
            </a:prstGeom>
            <a:noFill/>
            <a:ln w="0">
              <a:noFill/>
            </a:ln>
          </p:spPr>
        </p:pic>
      </p:grpSp>
    </p:spTree>
  </p:cSld>
  <mc:AlternateContent>
    <mc:Choice Requires="p14">
      <p:transition spd="slow" p14:dur="2000"/>
    </mc:Choice>
    <mc:Fallback>
      <p:transition spd="slow"/>
    </mc:Fallback>
  </mc:AlternateContent>
  <p:timing>
    <p:tnLst>
      <p:par>
        <p:cTn id="41" dur="indefinite" restart="never" nodeType="tmRoot">
          <p:childTnLst>
            <p:seq>
              <p:cTn id="42" dur="indefinite" nodeType="mainSeq">
                <p:childTnLst>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2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nodeType="clickEffect" fill="hold" presetClass="entr" presetID="1">
                                  <p:stCondLst>
                                    <p:cond delay="0"/>
                                  </p:stCondLst>
                                  <p:childTnLst>
                                    <p:set>
                                      <p:cBhvr>
                                        <p:cTn id="50" dur="1" fill="hold">
                                          <p:stCondLst>
                                            <p:cond delay="0"/>
                                          </p:stCondLst>
                                        </p:cTn>
                                        <p:tgtEl>
                                          <p:spTgt spid="22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nodeType="clickEffect" fill="hold" presetClass="entr" presetID="1">
                                  <p:stCondLst>
                                    <p:cond delay="0"/>
                                  </p:stCondLst>
                                  <p:childTnLst>
                                    <p:set>
                                      <p:cBhvr>
                                        <p:cTn id="54" dur="1" fill="hold">
                                          <p:stCondLst>
                                            <p:cond delay="0"/>
                                          </p:stCondLst>
                                        </p:cTn>
                                        <p:tgtEl>
                                          <p:spTgt spid="2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822960" y="671760"/>
            <a:ext cx="8020800" cy="617400"/>
          </a:xfrm>
          <a:prstGeom prst="rect">
            <a:avLst/>
          </a:prstGeom>
          <a:noFill/>
          <a:ln w="0">
            <a:noFill/>
          </a:ln>
        </p:spPr>
        <p:txBody>
          <a:bodyPr lIns="34200" rIns="34200" tIns="34200" bIns="34200" anchor="b">
            <a:spAutoFit/>
          </a:bodyPr>
          <a:p>
            <a:pPr indent="0">
              <a:lnSpc>
                <a:spcPct val="85000"/>
              </a:lnSpc>
              <a:buNone/>
              <a:tabLst>
                <a:tab algn="l" pos="0"/>
              </a:tabLst>
            </a:pPr>
            <a:r>
              <a:rPr b="0" lang="ca-ES" sz="2700" strike="noStrike" u="none">
                <a:solidFill>
                  <a:schemeClr val="dk1"/>
                </a:solidFill>
                <a:effectLst/>
                <a:uFillTx/>
                <a:latin typeface="DM Serif Display"/>
                <a:ea typeface="DM Serif Display"/>
              </a:rPr>
              <a:t>Thank you for your attention</a:t>
            </a:r>
            <a:endParaRPr b="0" lang="es-ES" sz="2700" strike="noStrike" u="none">
              <a:solidFill>
                <a:srgbClr val="000000"/>
              </a:solidFill>
              <a:effectLst/>
              <a:uFillTx/>
              <a:latin typeface="Arial"/>
            </a:endParaRPr>
          </a:p>
        </p:txBody>
      </p:sp>
      <p:pic>
        <p:nvPicPr>
          <p:cNvPr id="229" name="Google Shape;284;p 1" descr=""/>
          <p:cNvPicPr/>
          <p:nvPr/>
        </p:nvPicPr>
        <p:blipFill>
          <a:blip r:embed="rId1"/>
          <a:stretch/>
        </p:blipFill>
        <p:spPr>
          <a:xfrm>
            <a:off x="6746400" y="150480"/>
            <a:ext cx="2397240" cy="44352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Retrospectiu">
  <a:themeElements>
    <a:clrScheme name="Retrospectiu">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LibreOffice/25.2.7.1$Windows_X86_64 LibreOffice_project/16e8e36d1610f10597ed778c3dcb0a5aa0ed5d6f</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es-ES</dc:language>
  <cp:lastModifiedBy/>
  <dcterms:modified xsi:type="dcterms:W3CDTF">2025-12-01T15:10:30Z</dcterms:modified>
  <cp:revision>1</cp:revision>
  <dc:subject/>
  <dc:title/>
</cp:coreProperties>
</file>